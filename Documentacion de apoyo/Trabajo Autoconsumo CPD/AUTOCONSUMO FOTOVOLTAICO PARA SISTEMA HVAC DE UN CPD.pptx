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31"/>
  </p:notesMasterIdLst>
  <p:handoutMasterIdLst>
    <p:handoutMasterId r:id="rId32"/>
  </p:handoutMasterIdLst>
  <p:sldIdLst>
    <p:sldId id="258" r:id="rId5"/>
    <p:sldId id="293" r:id="rId6"/>
    <p:sldId id="294" r:id="rId7"/>
    <p:sldId id="295" r:id="rId8"/>
    <p:sldId id="317" r:id="rId9"/>
    <p:sldId id="296" r:id="rId10"/>
    <p:sldId id="297" r:id="rId11"/>
    <p:sldId id="298" r:id="rId12"/>
    <p:sldId id="299" r:id="rId13"/>
    <p:sldId id="319" r:id="rId14"/>
    <p:sldId id="300" r:id="rId15"/>
    <p:sldId id="318" r:id="rId16"/>
    <p:sldId id="301" r:id="rId17"/>
    <p:sldId id="305" r:id="rId18"/>
    <p:sldId id="303" r:id="rId19"/>
    <p:sldId id="302" r:id="rId20"/>
    <p:sldId id="306" r:id="rId21"/>
    <p:sldId id="307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290" r:id="rId3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A3E45-7F96-4F8C-B1FE-DE2B76D6E29F}" v="220" dt="2026-01-08T10:37:23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9" autoAdjust="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CARRION SIRVENT" userId="50a2c7f8-d49d-40eb-976b-8996f56f4bb3" providerId="ADAL" clId="{908A41B1-EE9E-45F7-8C75-31CB85CE774D}"/>
    <pc:docChg chg="undo redo custSel addSld delSld modSld sldOrd">
      <pc:chgData name="MARIO CARRION SIRVENT" userId="50a2c7f8-d49d-40eb-976b-8996f56f4bb3" providerId="ADAL" clId="{908A41B1-EE9E-45F7-8C75-31CB85CE774D}" dt="2026-01-08T19:59:45.200" v="12260" actId="113"/>
      <pc:docMkLst>
        <pc:docMk/>
      </pc:docMkLst>
      <pc:sldChg chg="del">
        <pc:chgData name="MARIO CARRION SIRVENT" userId="50a2c7f8-d49d-40eb-976b-8996f56f4bb3" providerId="ADAL" clId="{908A41B1-EE9E-45F7-8C75-31CB85CE774D}" dt="2026-01-07T17:53:51.571" v="9844" actId="47"/>
        <pc:sldMkLst>
          <pc:docMk/>
          <pc:sldMk cId="1056707768" sldId="261"/>
        </pc:sldMkLst>
      </pc:sldChg>
      <pc:sldChg chg="del">
        <pc:chgData name="MARIO CARRION SIRVENT" userId="50a2c7f8-d49d-40eb-976b-8996f56f4bb3" providerId="ADAL" clId="{908A41B1-EE9E-45F7-8C75-31CB85CE774D}" dt="2026-01-07T17:53:49.832" v="9842" actId="47"/>
        <pc:sldMkLst>
          <pc:docMk/>
          <pc:sldMk cId="1807676731" sldId="262"/>
        </pc:sldMkLst>
      </pc:sldChg>
      <pc:sldChg chg="del">
        <pc:chgData name="MARIO CARRION SIRVENT" userId="50a2c7f8-d49d-40eb-976b-8996f56f4bb3" providerId="ADAL" clId="{908A41B1-EE9E-45F7-8C75-31CB85CE774D}" dt="2026-01-07T17:53:48.867" v="9841" actId="47"/>
        <pc:sldMkLst>
          <pc:docMk/>
          <pc:sldMk cId="893224875" sldId="263"/>
        </pc:sldMkLst>
      </pc:sldChg>
      <pc:sldChg chg="del">
        <pc:chgData name="MARIO CARRION SIRVENT" userId="50a2c7f8-d49d-40eb-976b-8996f56f4bb3" providerId="ADAL" clId="{908A41B1-EE9E-45F7-8C75-31CB85CE774D}" dt="2026-01-07T17:53:48.089" v="9840" actId="47"/>
        <pc:sldMkLst>
          <pc:docMk/>
          <pc:sldMk cId="2596897703" sldId="264"/>
        </pc:sldMkLst>
      </pc:sldChg>
      <pc:sldChg chg="del">
        <pc:chgData name="MARIO CARRION SIRVENT" userId="50a2c7f8-d49d-40eb-976b-8996f56f4bb3" providerId="ADAL" clId="{908A41B1-EE9E-45F7-8C75-31CB85CE774D}" dt="2026-01-07T17:53:46.308" v="9838" actId="47"/>
        <pc:sldMkLst>
          <pc:docMk/>
          <pc:sldMk cId="2225727983" sldId="266"/>
        </pc:sldMkLst>
      </pc:sldChg>
      <pc:sldChg chg="del">
        <pc:chgData name="MARIO CARRION SIRVENT" userId="50a2c7f8-d49d-40eb-976b-8996f56f4bb3" providerId="ADAL" clId="{908A41B1-EE9E-45F7-8C75-31CB85CE774D}" dt="2026-01-07T17:53:45.421" v="9837" actId="47"/>
        <pc:sldMkLst>
          <pc:docMk/>
          <pc:sldMk cId="3816056523" sldId="267"/>
        </pc:sldMkLst>
      </pc:sldChg>
      <pc:sldChg chg="del">
        <pc:chgData name="MARIO CARRION SIRVENT" userId="50a2c7f8-d49d-40eb-976b-8996f56f4bb3" providerId="ADAL" clId="{908A41B1-EE9E-45F7-8C75-31CB85CE774D}" dt="2026-01-07T17:53:44.642" v="9836" actId="47"/>
        <pc:sldMkLst>
          <pc:docMk/>
          <pc:sldMk cId="1284200841" sldId="268"/>
        </pc:sldMkLst>
      </pc:sldChg>
      <pc:sldChg chg="del">
        <pc:chgData name="MARIO CARRION SIRVENT" userId="50a2c7f8-d49d-40eb-976b-8996f56f4bb3" providerId="ADAL" clId="{908A41B1-EE9E-45F7-8C75-31CB85CE774D}" dt="2026-01-07T17:53:43.864" v="9835" actId="47"/>
        <pc:sldMkLst>
          <pc:docMk/>
          <pc:sldMk cId="174468796" sldId="269"/>
        </pc:sldMkLst>
      </pc:sldChg>
      <pc:sldChg chg="del">
        <pc:chgData name="MARIO CARRION SIRVENT" userId="50a2c7f8-d49d-40eb-976b-8996f56f4bb3" providerId="ADAL" clId="{908A41B1-EE9E-45F7-8C75-31CB85CE774D}" dt="2026-01-07T17:53:43.132" v="9834" actId="47"/>
        <pc:sldMkLst>
          <pc:docMk/>
          <pc:sldMk cId="151147474" sldId="270"/>
        </pc:sldMkLst>
      </pc:sldChg>
      <pc:sldChg chg="del">
        <pc:chgData name="MARIO CARRION SIRVENT" userId="50a2c7f8-d49d-40eb-976b-8996f56f4bb3" providerId="ADAL" clId="{908A41B1-EE9E-45F7-8C75-31CB85CE774D}" dt="2026-01-07T17:53:42.392" v="9833" actId="47"/>
        <pc:sldMkLst>
          <pc:docMk/>
          <pc:sldMk cId="1293373045" sldId="271"/>
        </pc:sldMkLst>
      </pc:sldChg>
      <pc:sldChg chg="del">
        <pc:chgData name="MARIO CARRION SIRVENT" userId="50a2c7f8-d49d-40eb-976b-8996f56f4bb3" providerId="ADAL" clId="{908A41B1-EE9E-45F7-8C75-31CB85CE774D}" dt="2026-01-07T17:53:41.421" v="9832" actId="47"/>
        <pc:sldMkLst>
          <pc:docMk/>
          <pc:sldMk cId="2160388275" sldId="272"/>
        </pc:sldMkLst>
      </pc:sldChg>
      <pc:sldChg chg="del">
        <pc:chgData name="MARIO CARRION SIRVENT" userId="50a2c7f8-d49d-40eb-976b-8996f56f4bb3" providerId="ADAL" clId="{908A41B1-EE9E-45F7-8C75-31CB85CE774D}" dt="2026-01-07T17:53:39.856" v="9830" actId="47"/>
        <pc:sldMkLst>
          <pc:docMk/>
          <pc:sldMk cId="2667405237" sldId="273"/>
        </pc:sldMkLst>
      </pc:sldChg>
      <pc:sldChg chg="del">
        <pc:chgData name="MARIO CARRION SIRVENT" userId="50a2c7f8-d49d-40eb-976b-8996f56f4bb3" providerId="ADAL" clId="{908A41B1-EE9E-45F7-8C75-31CB85CE774D}" dt="2026-01-07T17:53:39.041" v="9829" actId="47"/>
        <pc:sldMkLst>
          <pc:docMk/>
          <pc:sldMk cId="3145513843" sldId="274"/>
        </pc:sldMkLst>
      </pc:sldChg>
      <pc:sldChg chg="del">
        <pc:chgData name="MARIO CARRION SIRVENT" userId="50a2c7f8-d49d-40eb-976b-8996f56f4bb3" providerId="ADAL" clId="{908A41B1-EE9E-45F7-8C75-31CB85CE774D}" dt="2026-01-07T17:53:38.187" v="9828" actId="47"/>
        <pc:sldMkLst>
          <pc:docMk/>
          <pc:sldMk cId="3888068549" sldId="275"/>
        </pc:sldMkLst>
      </pc:sldChg>
      <pc:sldChg chg="del">
        <pc:chgData name="MARIO CARRION SIRVENT" userId="50a2c7f8-d49d-40eb-976b-8996f56f4bb3" providerId="ADAL" clId="{908A41B1-EE9E-45F7-8C75-31CB85CE774D}" dt="2026-01-07T17:53:37.297" v="9827" actId="47"/>
        <pc:sldMkLst>
          <pc:docMk/>
          <pc:sldMk cId="2822882111" sldId="276"/>
        </pc:sldMkLst>
      </pc:sldChg>
      <pc:sldChg chg="del">
        <pc:chgData name="MARIO CARRION SIRVENT" userId="50a2c7f8-d49d-40eb-976b-8996f56f4bb3" providerId="ADAL" clId="{908A41B1-EE9E-45F7-8C75-31CB85CE774D}" dt="2026-01-07T17:53:34.827" v="9824" actId="47"/>
        <pc:sldMkLst>
          <pc:docMk/>
          <pc:sldMk cId="1108500606" sldId="278"/>
        </pc:sldMkLst>
      </pc:sldChg>
      <pc:sldChg chg="del">
        <pc:chgData name="MARIO CARRION SIRVENT" userId="50a2c7f8-d49d-40eb-976b-8996f56f4bb3" providerId="ADAL" clId="{908A41B1-EE9E-45F7-8C75-31CB85CE774D}" dt="2026-01-07T17:53:34.019" v="9823" actId="47"/>
        <pc:sldMkLst>
          <pc:docMk/>
          <pc:sldMk cId="2497512844" sldId="279"/>
        </pc:sldMkLst>
      </pc:sldChg>
      <pc:sldChg chg="del">
        <pc:chgData name="MARIO CARRION SIRVENT" userId="50a2c7f8-d49d-40eb-976b-8996f56f4bb3" providerId="ADAL" clId="{908A41B1-EE9E-45F7-8C75-31CB85CE774D}" dt="2026-01-07T17:53:32.781" v="9822" actId="47"/>
        <pc:sldMkLst>
          <pc:docMk/>
          <pc:sldMk cId="1664008586" sldId="280"/>
        </pc:sldMkLst>
      </pc:sldChg>
      <pc:sldChg chg="del">
        <pc:chgData name="MARIO CARRION SIRVENT" userId="50a2c7f8-d49d-40eb-976b-8996f56f4bb3" providerId="ADAL" clId="{908A41B1-EE9E-45F7-8C75-31CB85CE774D}" dt="2026-01-07T17:53:35.593" v="9825" actId="47"/>
        <pc:sldMkLst>
          <pc:docMk/>
          <pc:sldMk cId="2640580721" sldId="283"/>
        </pc:sldMkLst>
      </pc:sldChg>
      <pc:sldChg chg="addSp delSp modSp del mod modClrScheme chgLayout">
        <pc:chgData name="MARIO CARRION SIRVENT" userId="50a2c7f8-d49d-40eb-976b-8996f56f4bb3" providerId="ADAL" clId="{908A41B1-EE9E-45F7-8C75-31CB85CE774D}" dt="2026-01-07T17:53:28.029" v="9821" actId="47"/>
        <pc:sldMkLst>
          <pc:docMk/>
          <pc:sldMk cId="2667318545" sldId="284"/>
        </pc:sldMkLst>
      </pc:sldChg>
      <pc:sldChg chg="del">
        <pc:chgData name="MARIO CARRION SIRVENT" userId="50a2c7f8-d49d-40eb-976b-8996f56f4bb3" providerId="ADAL" clId="{908A41B1-EE9E-45F7-8C75-31CB85CE774D}" dt="2026-01-07T17:53:50.713" v="9843" actId="47"/>
        <pc:sldMkLst>
          <pc:docMk/>
          <pc:sldMk cId="796331228" sldId="286"/>
        </pc:sldMkLst>
      </pc:sldChg>
      <pc:sldChg chg="del">
        <pc:chgData name="MARIO CARRION SIRVENT" userId="50a2c7f8-d49d-40eb-976b-8996f56f4bb3" providerId="ADAL" clId="{908A41B1-EE9E-45F7-8C75-31CB85CE774D}" dt="2026-01-07T17:53:47.160" v="9839" actId="47"/>
        <pc:sldMkLst>
          <pc:docMk/>
          <pc:sldMk cId="380154571" sldId="287"/>
        </pc:sldMkLst>
      </pc:sldChg>
      <pc:sldChg chg="del">
        <pc:chgData name="MARIO CARRION SIRVENT" userId="50a2c7f8-d49d-40eb-976b-8996f56f4bb3" providerId="ADAL" clId="{908A41B1-EE9E-45F7-8C75-31CB85CE774D}" dt="2026-01-07T17:53:40.706" v="9831" actId="47"/>
        <pc:sldMkLst>
          <pc:docMk/>
          <pc:sldMk cId="2517157267" sldId="291"/>
        </pc:sldMkLst>
      </pc:sldChg>
      <pc:sldChg chg="del">
        <pc:chgData name="MARIO CARRION SIRVENT" userId="50a2c7f8-d49d-40eb-976b-8996f56f4bb3" providerId="ADAL" clId="{908A41B1-EE9E-45F7-8C75-31CB85CE774D}" dt="2026-01-07T17:53:36.383" v="9826" actId="47"/>
        <pc:sldMkLst>
          <pc:docMk/>
          <pc:sldMk cId="3846105816" sldId="292"/>
        </pc:sldMkLst>
      </pc:sldChg>
      <pc:sldChg chg="addSp delSp modSp new mod modClrScheme chgLayout">
        <pc:chgData name="MARIO CARRION SIRVENT" userId="50a2c7f8-d49d-40eb-976b-8996f56f4bb3" providerId="ADAL" clId="{908A41B1-EE9E-45F7-8C75-31CB85CE774D}" dt="2026-01-08T08:11:15.160" v="10208" actId="13926"/>
        <pc:sldMkLst>
          <pc:docMk/>
          <pc:sldMk cId="1750399472" sldId="293"/>
        </pc:sldMkLst>
        <pc:spChg chg="add mod ord">
          <ac:chgData name="MARIO CARRION SIRVENT" userId="50a2c7f8-d49d-40eb-976b-8996f56f4bb3" providerId="ADAL" clId="{908A41B1-EE9E-45F7-8C75-31CB85CE774D}" dt="2026-01-06T13:25:40.043" v="43" actId="20577"/>
          <ac:spMkLst>
            <pc:docMk/>
            <pc:sldMk cId="1750399472" sldId="293"/>
            <ac:spMk id="8" creationId="{3D11F6DB-B7C0-D078-D28E-C63D83FBFDEF}"/>
          </ac:spMkLst>
        </pc:spChg>
        <pc:spChg chg="add mod ord">
          <ac:chgData name="MARIO CARRION SIRVENT" userId="50a2c7f8-d49d-40eb-976b-8996f56f4bb3" providerId="ADAL" clId="{908A41B1-EE9E-45F7-8C75-31CB85CE774D}" dt="2026-01-08T08:11:15.160" v="10208" actId="13926"/>
          <ac:spMkLst>
            <pc:docMk/>
            <pc:sldMk cId="1750399472" sldId="293"/>
            <ac:spMk id="10" creationId="{C6D029BF-BCC5-4880-CA83-E3FC9A2F5252}"/>
          </ac:spMkLst>
        </pc:spChg>
        <pc:spChg chg="add mod">
          <ac:chgData name="MARIO CARRION SIRVENT" userId="50a2c7f8-d49d-40eb-976b-8996f56f4bb3" providerId="ADAL" clId="{908A41B1-EE9E-45F7-8C75-31CB85CE774D}" dt="2026-01-06T19:09:32.778" v="3042" actId="1038"/>
          <ac:spMkLst>
            <pc:docMk/>
            <pc:sldMk cId="1750399472" sldId="293"/>
            <ac:spMk id="16" creationId="{E5197281-27D2-0C6C-97CA-CD054BA33DBD}"/>
          </ac:spMkLst>
        </pc:spChg>
        <pc:grpChg chg="add del mod">
          <ac:chgData name="MARIO CARRION SIRVENT" userId="50a2c7f8-d49d-40eb-976b-8996f56f4bb3" providerId="ADAL" clId="{908A41B1-EE9E-45F7-8C75-31CB85CE774D}" dt="2026-01-07T17:59:55.863" v="9941" actId="478"/>
          <ac:grpSpMkLst>
            <pc:docMk/>
            <pc:sldMk cId="1750399472" sldId="293"/>
            <ac:grpSpMk id="20" creationId="{8B37EE3E-D16A-A7A1-AF18-C466AB55C8CF}"/>
          </ac:grpSpMkLst>
        </pc:grpChg>
        <pc:graphicFrameChg chg="add mod">
          <ac:chgData name="MARIO CARRION SIRVENT" userId="50a2c7f8-d49d-40eb-976b-8996f56f4bb3" providerId="ADAL" clId="{908A41B1-EE9E-45F7-8C75-31CB85CE774D}" dt="2026-01-07T18:05:50.983" v="9963" actId="14100"/>
          <ac:graphicFrameMkLst>
            <pc:docMk/>
            <pc:sldMk cId="1750399472" sldId="293"/>
            <ac:graphicFrameMk id="2" creationId="{D4022FFD-D2A1-05C1-F2D6-072D140BAC89}"/>
          </ac:graphicFrameMkLst>
        </pc:graphicFrameChg>
        <pc:graphicFrameChg chg="add mod topLvl">
          <ac:chgData name="MARIO CARRION SIRVENT" userId="50a2c7f8-d49d-40eb-976b-8996f56f4bb3" providerId="ADAL" clId="{908A41B1-EE9E-45F7-8C75-31CB85CE774D}" dt="2026-01-07T17:59:55.863" v="9941" actId="478"/>
          <ac:graphicFrameMkLst>
            <pc:docMk/>
            <pc:sldMk cId="1750399472" sldId="293"/>
            <ac:graphicFrameMk id="17" creationId="{D923A39D-7CFC-D8B6-EC83-7F6C8FAAA50A}"/>
          </ac:graphicFrameMkLst>
        </pc:graphicFrameChg>
        <pc:graphicFrameChg chg="add del mod topLvl">
          <ac:chgData name="MARIO CARRION SIRVENT" userId="50a2c7f8-d49d-40eb-976b-8996f56f4bb3" providerId="ADAL" clId="{908A41B1-EE9E-45F7-8C75-31CB85CE774D}" dt="2026-01-07T17:59:55.863" v="9941" actId="478"/>
          <ac:graphicFrameMkLst>
            <pc:docMk/>
            <pc:sldMk cId="1750399472" sldId="293"/>
            <ac:graphicFrameMk id="18" creationId="{AB3539B9-76D6-61EC-AEC9-E1CCE424E445}"/>
          </ac:graphicFrameMkLst>
        </pc:graphicFrameChg>
      </pc:sldChg>
      <pc:sldChg chg="addSp delSp modSp new mod modClrScheme chgLayout">
        <pc:chgData name="MARIO CARRION SIRVENT" userId="50a2c7f8-d49d-40eb-976b-8996f56f4bb3" providerId="ADAL" clId="{908A41B1-EE9E-45F7-8C75-31CB85CE774D}" dt="2026-01-08T16:47:57.528" v="12212" actId="20577"/>
        <pc:sldMkLst>
          <pc:docMk/>
          <pc:sldMk cId="3689382168" sldId="294"/>
        </pc:sldMkLst>
        <pc:spChg chg="add del mod ord">
          <ac:chgData name="MARIO CARRION SIRVENT" userId="50a2c7f8-d49d-40eb-976b-8996f56f4bb3" providerId="ADAL" clId="{908A41B1-EE9E-45F7-8C75-31CB85CE774D}" dt="2026-01-07T13:55:03.689" v="9199" actId="478"/>
          <ac:spMkLst>
            <pc:docMk/>
            <pc:sldMk cId="3689382168" sldId="294"/>
            <ac:spMk id="2" creationId="{0620FBCD-8848-26B5-CDA0-A61E6DF71C05}"/>
          </ac:spMkLst>
        </pc:spChg>
        <pc:spChg chg="add mod ord">
          <ac:chgData name="MARIO CARRION SIRVENT" userId="50a2c7f8-d49d-40eb-976b-8996f56f4bb3" providerId="ADAL" clId="{908A41B1-EE9E-45F7-8C75-31CB85CE774D}" dt="2026-01-07T13:54:59.233" v="9197" actId="700"/>
          <ac:spMkLst>
            <pc:docMk/>
            <pc:sldMk cId="3689382168" sldId="294"/>
            <ac:spMk id="8" creationId="{56BBDBB8-109D-61C7-E388-4BEE13013AE2}"/>
          </ac:spMkLst>
        </pc:spChg>
        <pc:spChg chg="add del mod ord">
          <ac:chgData name="MARIO CARRION SIRVENT" userId="50a2c7f8-d49d-40eb-976b-8996f56f4bb3" providerId="ADAL" clId="{908A41B1-EE9E-45F7-8C75-31CB85CE774D}" dt="2026-01-08T16:47:57.528" v="12212" actId="20577"/>
          <ac:spMkLst>
            <pc:docMk/>
            <pc:sldMk cId="3689382168" sldId="294"/>
            <ac:spMk id="9" creationId="{5F2D9DF7-F4AA-FB56-4742-EC5D8FCB60F4}"/>
          </ac:spMkLst>
        </pc:spChg>
      </pc:sldChg>
      <pc:sldChg chg="addSp delSp modSp new mod modClrScheme chgLayout">
        <pc:chgData name="MARIO CARRION SIRVENT" userId="50a2c7f8-d49d-40eb-976b-8996f56f4bb3" providerId="ADAL" clId="{908A41B1-EE9E-45F7-8C75-31CB85CE774D}" dt="2026-01-08T11:45:14.877" v="12144" actId="20577"/>
        <pc:sldMkLst>
          <pc:docMk/>
          <pc:sldMk cId="3129916823" sldId="295"/>
        </pc:sldMkLst>
        <pc:spChg chg="mod ord">
          <ac:chgData name="MARIO CARRION SIRVENT" userId="50a2c7f8-d49d-40eb-976b-8996f56f4bb3" providerId="ADAL" clId="{908A41B1-EE9E-45F7-8C75-31CB85CE774D}" dt="2026-01-07T13:54:38.608" v="9192" actId="700"/>
          <ac:spMkLst>
            <pc:docMk/>
            <pc:sldMk cId="3129916823" sldId="295"/>
            <ac:spMk id="3" creationId="{39B868BE-C3C8-A399-9E12-7F24B01CD274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8T11:45:14.877" v="12144" actId="20577"/>
          <ac:graphicFrameMkLst>
            <pc:docMk/>
            <pc:sldMk cId="3129916823" sldId="295"/>
            <ac:graphicFrameMk id="5" creationId="{E936D8EE-B565-652E-E0BA-831412E4C31F}"/>
          </ac:graphicFrameMkLst>
        </pc:graphicFrameChg>
      </pc:sldChg>
      <pc:sldChg chg="addSp delSp modSp new mod modClrScheme chgLayout">
        <pc:chgData name="MARIO CARRION SIRVENT" userId="50a2c7f8-d49d-40eb-976b-8996f56f4bb3" providerId="ADAL" clId="{908A41B1-EE9E-45F7-8C75-31CB85CE774D}" dt="2026-01-08T17:06:03.077" v="12227" actId="20577"/>
        <pc:sldMkLst>
          <pc:docMk/>
          <pc:sldMk cId="4257991254" sldId="296"/>
        </pc:sldMkLst>
        <pc:spChg chg="mod ord">
          <ac:chgData name="MARIO CARRION SIRVENT" userId="50a2c7f8-d49d-40eb-976b-8996f56f4bb3" providerId="ADAL" clId="{908A41B1-EE9E-45F7-8C75-31CB85CE774D}" dt="2026-01-07T13:54:34.850" v="9185" actId="700"/>
          <ac:spMkLst>
            <pc:docMk/>
            <pc:sldMk cId="4257991254" sldId="296"/>
            <ac:spMk id="3" creationId="{CE56C285-1729-7351-0009-35F4C512D91A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8T17:06:03.077" v="12227" actId="20577"/>
          <ac:graphicFrameMkLst>
            <pc:docMk/>
            <pc:sldMk cId="4257991254" sldId="296"/>
            <ac:graphicFrameMk id="4" creationId="{145F2DE0-1C62-309F-8452-5EC9A4776A43}"/>
          </ac:graphicFrameMkLst>
        </pc:graphicFrameChg>
      </pc:sldChg>
      <pc:sldChg chg="modSp add mod">
        <pc:chgData name="MARIO CARRION SIRVENT" userId="50a2c7f8-d49d-40eb-976b-8996f56f4bb3" providerId="ADAL" clId="{908A41B1-EE9E-45F7-8C75-31CB85CE774D}" dt="2026-01-08T19:59:45.200" v="12260" actId="113"/>
        <pc:sldMkLst>
          <pc:docMk/>
          <pc:sldMk cId="1272448393" sldId="297"/>
        </pc:sldMkLst>
        <pc:spChg chg="mod">
          <ac:chgData name="MARIO CARRION SIRVENT" userId="50a2c7f8-d49d-40eb-976b-8996f56f4bb3" providerId="ADAL" clId="{908A41B1-EE9E-45F7-8C75-31CB85CE774D}" dt="2026-01-08T19:59:45.200" v="12260" actId="113"/>
          <ac:spMkLst>
            <pc:docMk/>
            <pc:sldMk cId="1272448393" sldId="297"/>
            <ac:spMk id="2" creationId="{CD27D283-5153-E83F-5490-B75FA11DCFCC}"/>
          </ac:spMkLst>
        </pc:spChg>
        <pc:spChg chg="mod">
          <ac:chgData name="MARIO CARRION SIRVENT" userId="50a2c7f8-d49d-40eb-976b-8996f56f4bb3" providerId="ADAL" clId="{908A41B1-EE9E-45F7-8C75-31CB85CE774D}" dt="2026-01-06T13:36:24.982" v="399" actId="27636"/>
          <ac:spMkLst>
            <pc:docMk/>
            <pc:sldMk cId="1272448393" sldId="297"/>
            <ac:spMk id="3" creationId="{73640400-066C-805D-016C-4D40A0401858}"/>
          </ac:spMkLst>
        </pc:spChg>
      </pc:sldChg>
      <pc:sldChg chg="modSp add mod">
        <pc:chgData name="MARIO CARRION SIRVENT" userId="50a2c7f8-d49d-40eb-976b-8996f56f4bb3" providerId="ADAL" clId="{908A41B1-EE9E-45F7-8C75-31CB85CE774D}" dt="2026-01-08T08:19:37.406" v="10286" actId="207"/>
        <pc:sldMkLst>
          <pc:docMk/>
          <pc:sldMk cId="3690909528" sldId="298"/>
        </pc:sldMkLst>
        <pc:spChg chg="mod">
          <ac:chgData name="MARIO CARRION SIRVENT" userId="50a2c7f8-d49d-40eb-976b-8996f56f4bb3" providerId="ADAL" clId="{908A41B1-EE9E-45F7-8C75-31CB85CE774D}" dt="2026-01-08T08:19:37.406" v="10286" actId="207"/>
          <ac:spMkLst>
            <pc:docMk/>
            <pc:sldMk cId="3690909528" sldId="298"/>
            <ac:spMk id="2" creationId="{45DD935B-CF1C-AE03-B165-B82C4B2DCC39}"/>
          </ac:spMkLst>
        </pc:spChg>
        <pc:spChg chg="mod">
          <ac:chgData name="MARIO CARRION SIRVENT" userId="50a2c7f8-d49d-40eb-976b-8996f56f4bb3" providerId="ADAL" clId="{908A41B1-EE9E-45F7-8C75-31CB85CE774D}" dt="2026-01-06T13:37:00.404" v="421" actId="20577"/>
          <ac:spMkLst>
            <pc:docMk/>
            <pc:sldMk cId="3690909528" sldId="298"/>
            <ac:spMk id="3" creationId="{BDED3908-A06B-6B08-0442-7C21FFAAC57C}"/>
          </ac:spMkLst>
        </pc:spChg>
      </pc:sldChg>
      <pc:sldChg chg="addSp delSp modSp add mod modClrScheme chgLayout">
        <pc:chgData name="MARIO CARRION SIRVENT" userId="50a2c7f8-d49d-40eb-976b-8996f56f4bb3" providerId="ADAL" clId="{908A41B1-EE9E-45F7-8C75-31CB85CE774D}" dt="2026-01-08T10:39:38.185" v="12103" actId="14734"/>
        <pc:sldMkLst>
          <pc:docMk/>
          <pc:sldMk cId="2989517396" sldId="299"/>
        </pc:sldMkLst>
        <pc:spChg chg="del">
          <ac:chgData name="MARIO CARRION SIRVENT" userId="50a2c7f8-d49d-40eb-976b-8996f56f4bb3" providerId="ADAL" clId="{908A41B1-EE9E-45F7-8C75-31CB85CE774D}" dt="2026-01-07T12:01:00.255" v="6404" actId="3680"/>
          <ac:spMkLst>
            <pc:docMk/>
            <pc:sldMk cId="2989517396" sldId="299"/>
            <ac:spMk id="2" creationId="{EA316B91-3DEE-E5F1-9AA6-2D85F82C74A1}"/>
          </ac:spMkLst>
        </pc:spChg>
        <pc:spChg chg="mod ord">
          <ac:chgData name="MARIO CARRION SIRVENT" userId="50a2c7f8-d49d-40eb-976b-8996f56f4bb3" providerId="ADAL" clId="{908A41B1-EE9E-45F7-8C75-31CB85CE774D}" dt="2026-01-07T17:58:31.608" v="9894" actId="20577"/>
          <ac:spMkLst>
            <pc:docMk/>
            <pc:sldMk cId="2989517396" sldId="299"/>
            <ac:spMk id="3" creationId="{4E3CA2AC-CF84-FD79-4CF5-D2997FEF913C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8T10:39:38.185" v="12103" actId="14734"/>
          <ac:graphicFrameMkLst>
            <pc:docMk/>
            <pc:sldMk cId="2989517396" sldId="299"/>
            <ac:graphicFrameMk id="4" creationId="{BECC3E51-1245-38FC-F802-A8206C7D7E80}"/>
          </ac:graphicFrameMkLst>
        </pc:graphicFrameChg>
      </pc:sldChg>
      <pc:sldChg chg="addSp delSp modSp add mod modClrScheme chgLayout">
        <pc:chgData name="MARIO CARRION SIRVENT" userId="50a2c7f8-d49d-40eb-976b-8996f56f4bb3" providerId="ADAL" clId="{908A41B1-EE9E-45F7-8C75-31CB85CE774D}" dt="2026-01-07T17:57:37.840" v="9852" actId="700"/>
        <pc:sldMkLst>
          <pc:docMk/>
          <pc:sldMk cId="3196122931" sldId="300"/>
        </pc:sldMkLst>
        <pc:spChg chg="add del mod ord">
          <ac:chgData name="MARIO CARRION SIRVENT" userId="50a2c7f8-d49d-40eb-976b-8996f56f4bb3" providerId="ADAL" clId="{908A41B1-EE9E-45F7-8C75-31CB85CE774D}" dt="2026-01-07T17:57:15.650" v="9850" actId="700"/>
          <ac:spMkLst>
            <pc:docMk/>
            <pc:sldMk cId="3196122931" sldId="300"/>
            <ac:spMk id="2" creationId="{638A618C-4348-1370-FD4F-2FDBECCED81C}"/>
          </ac:spMkLst>
        </pc:spChg>
        <pc:spChg chg="del">
          <ac:chgData name="MARIO CARRION SIRVENT" userId="50a2c7f8-d49d-40eb-976b-8996f56f4bb3" providerId="ADAL" clId="{908A41B1-EE9E-45F7-8C75-31CB85CE774D}" dt="2026-01-07T12:09:59.449" v="7041" actId="3680"/>
          <ac:spMkLst>
            <pc:docMk/>
            <pc:sldMk cId="3196122931" sldId="300"/>
            <ac:spMk id="2" creationId="{AFCD2815-BED7-290F-D805-E4CA8B8F5D53}"/>
          </ac:spMkLst>
        </pc:spChg>
        <pc:spChg chg="mod ord">
          <ac:chgData name="MARIO CARRION SIRVENT" userId="50a2c7f8-d49d-40eb-976b-8996f56f4bb3" providerId="ADAL" clId="{908A41B1-EE9E-45F7-8C75-31CB85CE774D}" dt="2026-01-07T17:57:37.840" v="9852" actId="700"/>
          <ac:spMkLst>
            <pc:docMk/>
            <pc:sldMk cId="3196122931" sldId="300"/>
            <ac:spMk id="3" creationId="{0F793DF8-FFFD-B907-86DB-FB23CD113D85}"/>
          </ac:spMkLst>
        </pc:spChg>
        <pc:spChg chg="add del mod ord">
          <ac:chgData name="MARIO CARRION SIRVENT" userId="50a2c7f8-d49d-40eb-976b-8996f56f4bb3" providerId="ADAL" clId="{908A41B1-EE9E-45F7-8C75-31CB85CE774D}" dt="2026-01-07T17:57:37.840" v="9852" actId="700"/>
          <ac:spMkLst>
            <pc:docMk/>
            <pc:sldMk cId="3196122931" sldId="300"/>
            <ac:spMk id="5" creationId="{7DCE89AE-649C-32BF-1CC4-1F1D697CDC2B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7T17:57:37.840" v="9852" actId="700"/>
          <ac:graphicFrameMkLst>
            <pc:docMk/>
            <pc:sldMk cId="3196122931" sldId="300"/>
            <ac:graphicFrameMk id="4" creationId="{5021CC25-5709-9ECB-907B-BA5224EE2104}"/>
          </ac:graphicFrameMkLst>
        </pc:graphicFrameChg>
      </pc:sldChg>
      <pc:sldChg chg="addSp delSp modSp new mod modClrScheme chgLayout">
        <pc:chgData name="MARIO CARRION SIRVENT" userId="50a2c7f8-d49d-40eb-976b-8996f56f4bb3" providerId="ADAL" clId="{908A41B1-EE9E-45F7-8C75-31CB85CE774D}" dt="2026-01-07T13:03:43.634" v="8980" actId="1038"/>
        <pc:sldMkLst>
          <pc:docMk/>
          <pc:sldMk cId="3803662349" sldId="301"/>
        </pc:sldMkLst>
        <pc:spChg chg="del">
          <ac:chgData name="MARIO CARRION SIRVENT" userId="50a2c7f8-d49d-40eb-976b-8996f56f4bb3" providerId="ADAL" clId="{908A41B1-EE9E-45F7-8C75-31CB85CE774D}" dt="2026-01-07T12:36:50.306" v="8735" actId="22"/>
          <ac:spMkLst>
            <pc:docMk/>
            <pc:sldMk cId="3803662349" sldId="301"/>
            <ac:spMk id="2" creationId="{C1B7368D-F9D5-9240-BC09-656DDA24BC00}"/>
          </ac:spMkLst>
        </pc:spChg>
        <pc:spChg chg="mod ord">
          <ac:chgData name="MARIO CARRION SIRVENT" userId="50a2c7f8-d49d-40eb-976b-8996f56f4bb3" providerId="ADAL" clId="{908A41B1-EE9E-45F7-8C75-31CB85CE774D}" dt="2026-01-07T13:02:57.686" v="8932" actId="700"/>
          <ac:spMkLst>
            <pc:docMk/>
            <pc:sldMk cId="3803662349" sldId="301"/>
            <ac:spMk id="3" creationId="{E66204AC-F9DB-8382-1807-D777DDFCDBE7}"/>
          </ac:spMkLst>
        </pc:spChg>
        <pc:spChg chg="add del mod ord">
          <ac:chgData name="MARIO CARRION SIRVENT" userId="50a2c7f8-d49d-40eb-976b-8996f56f4bb3" providerId="ADAL" clId="{908A41B1-EE9E-45F7-8C75-31CB85CE774D}" dt="2026-01-07T13:01:07.716" v="8899" actId="700"/>
          <ac:spMkLst>
            <pc:docMk/>
            <pc:sldMk cId="3803662349" sldId="301"/>
            <ac:spMk id="6" creationId="{FC35CB34-570C-F2B7-E421-5431FCA443EE}"/>
          </ac:spMkLst>
        </pc:spChg>
        <pc:spChg chg="add del mod ord">
          <ac:chgData name="MARIO CARRION SIRVENT" userId="50a2c7f8-d49d-40eb-976b-8996f56f4bb3" providerId="ADAL" clId="{908A41B1-EE9E-45F7-8C75-31CB85CE774D}" dt="2026-01-07T13:01:35.357" v="8916" actId="700"/>
          <ac:spMkLst>
            <pc:docMk/>
            <pc:sldMk cId="3803662349" sldId="301"/>
            <ac:spMk id="7" creationId="{B4CD0D47-BE9A-801C-D655-7517879A2B14}"/>
          </ac:spMkLst>
        </pc:spChg>
        <pc:spChg chg="add del mod ord">
          <ac:chgData name="MARIO CARRION SIRVENT" userId="50a2c7f8-d49d-40eb-976b-8996f56f4bb3" providerId="ADAL" clId="{908A41B1-EE9E-45F7-8C75-31CB85CE774D}" dt="2026-01-07T13:02:24.831" v="8926" actId="6264"/>
          <ac:spMkLst>
            <pc:docMk/>
            <pc:sldMk cId="3803662349" sldId="301"/>
            <ac:spMk id="8" creationId="{25931B2E-77CE-BC48-DF3B-16112114CC0A}"/>
          </ac:spMkLst>
        </pc:spChg>
        <pc:spChg chg="add del mod">
          <ac:chgData name="MARIO CARRION SIRVENT" userId="50a2c7f8-d49d-40eb-976b-8996f56f4bb3" providerId="ADAL" clId="{908A41B1-EE9E-45F7-8C75-31CB85CE774D}" dt="2026-01-07T13:02:24.831" v="8926" actId="6264"/>
          <ac:spMkLst>
            <pc:docMk/>
            <pc:sldMk cId="3803662349" sldId="301"/>
            <ac:spMk id="9" creationId="{B621A24C-3EC7-68E8-4107-43E56D25F8AC}"/>
          </ac:spMkLst>
        </pc:spChg>
        <pc:spChg chg="add del mod">
          <ac:chgData name="MARIO CARRION SIRVENT" userId="50a2c7f8-d49d-40eb-976b-8996f56f4bb3" providerId="ADAL" clId="{908A41B1-EE9E-45F7-8C75-31CB85CE774D}" dt="2026-01-07T13:02:24.831" v="8926" actId="6264"/>
          <ac:spMkLst>
            <pc:docMk/>
            <pc:sldMk cId="3803662349" sldId="301"/>
            <ac:spMk id="10" creationId="{44A332F6-C2BD-356E-1C95-47EA19A43750}"/>
          </ac:spMkLst>
        </pc:spChg>
        <pc:spChg chg="add del mod ord">
          <ac:chgData name="MARIO CARRION SIRVENT" userId="50a2c7f8-d49d-40eb-976b-8996f56f4bb3" providerId="ADAL" clId="{908A41B1-EE9E-45F7-8C75-31CB85CE774D}" dt="2026-01-07T13:02:33.288" v="8927" actId="700"/>
          <ac:spMkLst>
            <pc:docMk/>
            <pc:sldMk cId="3803662349" sldId="301"/>
            <ac:spMk id="11" creationId="{0B5EEB69-DBD5-558C-A967-3177FA7B0275}"/>
          </ac:spMkLst>
        </pc:spChg>
        <pc:spChg chg="add del mod ord">
          <ac:chgData name="MARIO CARRION SIRVENT" userId="50a2c7f8-d49d-40eb-976b-8996f56f4bb3" providerId="ADAL" clId="{908A41B1-EE9E-45F7-8C75-31CB85CE774D}" dt="2026-01-07T13:02:57.686" v="8932" actId="700"/>
          <ac:spMkLst>
            <pc:docMk/>
            <pc:sldMk cId="3803662349" sldId="301"/>
            <ac:spMk id="12" creationId="{32DC4E2A-978A-F8CF-7FA3-4BD4AD03088A}"/>
          </ac:spMkLst>
        </pc:spChg>
        <pc:picChg chg="add mod ord modCrop">
          <ac:chgData name="MARIO CARRION SIRVENT" userId="50a2c7f8-d49d-40eb-976b-8996f56f4bb3" providerId="ADAL" clId="{908A41B1-EE9E-45F7-8C75-31CB85CE774D}" dt="2026-01-07T13:03:43.634" v="8980" actId="1038"/>
          <ac:picMkLst>
            <pc:docMk/>
            <pc:sldMk cId="3803662349" sldId="301"/>
            <ac:picMk id="5" creationId="{38A8EE9F-29A6-DF6A-0B6F-863B09F67819}"/>
          </ac:picMkLst>
        </pc:picChg>
      </pc:sldChg>
      <pc:sldChg chg="addSp delSp modSp add mod ord modClrScheme chgLayout">
        <pc:chgData name="MARIO CARRION SIRVENT" userId="50a2c7f8-d49d-40eb-976b-8996f56f4bb3" providerId="ADAL" clId="{908A41B1-EE9E-45F7-8C75-31CB85CE774D}" dt="2026-01-07T12:53:48.487" v="8806" actId="18131"/>
        <pc:sldMkLst>
          <pc:docMk/>
          <pc:sldMk cId="2216756943" sldId="302"/>
        </pc:sldMkLst>
        <pc:spChg chg="add del mod ord">
          <ac:chgData name="MARIO CARRION SIRVENT" userId="50a2c7f8-d49d-40eb-976b-8996f56f4bb3" providerId="ADAL" clId="{908A41B1-EE9E-45F7-8C75-31CB85CE774D}" dt="2026-01-07T12:52:59.489" v="8797" actId="700"/>
          <ac:spMkLst>
            <pc:docMk/>
            <pc:sldMk cId="2216756943" sldId="302"/>
            <ac:spMk id="2" creationId="{E06460D2-B210-0E7F-EAF7-784561BCA0BB}"/>
          </ac:spMkLst>
        </pc:spChg>
        <pc:spChg chg="mod ord">
          <ac:chgData name="MARIO CARRION SIRVENT" userId="50a2c7f8-d49d-40eb-976b-8996f56f4bb3" providerId="ADAL" clId="{908A41B1-EE9E-45F7-8C75-31CB85CE774D}" dt="2026-01-07T12:53:29.648" v="8800" actId="700"/>
          <ac:spMkLst>
            <pc:docMk/>
            <pc:sldMk cId="2216756943" sldId="302"/>
            <ac:spMk id="3" creationId="{C3C9E844-3A50-1507-49F7-940A69662B36}"/>
          </ac:spMkLst>
        </pc:spChg>
        <pc:spChg chg="add mod ord">
          <ac:chgData name="MARIO CARRION SIRVENT" userId="50a2c7f8-d49d-40eb-976b-8996f56f4bb3" providerId="ADAL" clId="{908A41B1-EE9E-45F7-8C75-31CB85CE774D}" dt="2026-01-07T12:53:29.648" v="8800" actId="700"/>
          <ac:spMkLst>
            <pc:docMk/>
            <pc:sldMk cId="2216756943" sldId="302"/>
            <ac:spMk id="4" creationId="{E731F666-1003-678D-A4E7-9053A6A0648E}"/>
          </ac:spMkLst>
        </pc:spChg>
        <pc:picChg chg="add mod ord modCrop">
          <ac:chgData name="MARIO CARRION SIRVENT" userId="50a2c7f8-d49d-40eb-976b-8996f56f4bb3" providerId="ADAL" clId="{908A41B1-EE9E-45F7-8C75-31CB85CE774D}" dt="2026-01-07T12:53:48.487" v="8806" actId="18131"/>
          <ac:picMkLst>
            <pc:docMk/>
            <pc:sldMk cId="2216756943" sldId="302"/>
            <ac:picMk id="6" creationId="{8387D003-48BF-A59A-4FE6-40786C50DB7F}"/>
          </ac:picMkLst>
        </pc:picChg>
      </pc:sldChg>
      <pc:sldChg chg="addSp delSp modSp add mod">
        <pc:chgData name="MARIO CARRION SIRVENT" userId="50a2c7f8-d49d-40eb-976b-8996f56f4bb3" providerId="ADAL" clId="{908A41B1-EE9E-45F7-8C75-31CB85CE774D}" dt="2026-01-08T11:45:54.481" v="12149" actId="207"/>
        <pc:sldMkLst>
          <pc:docMk/>
          <pc:sldMk cId="3891638578" sldId="303"/>
        </pc:sldMkLst>
        <pc:spChg chg="add del mod">
          <ac:chgData name="MARIO CARRION SIRVENT" userId="50a2c7f8-d49d-40eb-976b-8996f56f4bb3" providerId="ADAL" clId="{908A41B1-EE9E-45F7-8C75-31CB85CE774D}" dt="2026-01-08T11:45:54.481" v="12149" actId="207"/>
          <ac:spMkLst>
            <pc:docMk/>
            <pc:sldMk cId="3891638578" sldId="303"/>
            <ac:spMk id="2" creationId="{CF2A6614-57CE-FEFE-AB7B-F890B3344808}"/>
          </ac:spMkLst>
        </pc:spChg>
        <pc:spChg chg="mod">
          <ac:chgData name="MARIO CARRION SIRVENT" userId="50a2c7f8-d49d-40eb-976b-8996f56f4bb3" providerId="ADAL" clId="{908A41B1-EE9E-45F7-8C75-31CB85CE774D}" dt="2026-01-06T13:43:46.921" v="686" actId="20577"/>
          <ac:spMkLst>
            <pc:docMk/>
            <pc:sldMk cId="3891638578" sldId="303"/>
            <ac:spMk id="3" creationId="{937BAB23-3FDB-37C4-8F7D-D6EDCFA875DA}"/>
          </ac:spMkLst>
        </pc:spChg>
        <pc:graphicFrameChg chg="add del mod ord modGraphic">
          <ac:chgData name="MARIO CARRION SIRVENT" userId="50a2c7f8-d49d-40eb-976b-8996f56f4bb3" providerId="ADAL" clId="{908A41B1-EE9E-45F7-8C75-31CB85CE774D}" dt="2026-01-07T12:31:08.838" v="8016" actId="3680"/>
          <ac:graphicFrameMkLst>
            <pc:docMk/>
            <pc:sldMk cId="3891638578" sldId="303"/>
            <ac:graphicFrameMk id="4" creationId="{7D087B18-ADED-8F34-E20F-1BFB4F1A7B64}"/>
          </ac:graphicFrameMkLst>
        </pc:graphicFrameChg>
      </pc:sldChg>
      <pc:sldChg chg="addSp delSp modSp add mod modClrScheme chgLayout">
        <pc:chgData name="MARIO CARRION SIRVENT" userId="50a2c7f8-d49d-40eb-976b-8996f56f4bb3" providerId="ADAL" clId="{908A41B1-EE9E-45F7-8C75-31CB85CE774D}" dt="2026-01-07T13:03:15.024" v="8937" actId="14100"/>
        <pc:sldMkLst>
          <pc:docMk/>
          <pc:sldMk cId="1937328466" sldId="305"/>
        </pc:sldMkLst>
        <pc:spChg chg="del">
          <ac:chgData name="MARIO CARRION SIRVENT" userId="50a2c7f8-d49d-40eb-976b-8996f56f4bb3" providerId="ADAL" clId="{908A41B1-EE9E-45F7-8C75-31CB85CE774D}" dt="2026-01-07T12:38:38.781" v="8774" actId="22"/>
          <ac:spMkLst>
            <pc:docMk/>
            <pc:sldMk cId="1937328466" sldId="305"/>
            <ac:spMk id="2" creationId="{C1CA00C3-364D-DB1A-089F-596F38D85DEA}"/>
          </ac:spMkLst>
        </pc:spChg>
        <pc:spChg chg="mod ord">
          <ac:chgData name="MARIO CARRION SIRVENT" userId="50a2c7f8-d49d-40eb-976b-8996f56f4bb3" providerId="ADAL" clId="{908A41B1-EE9E-45F7-8C75-31CB85CE774D}" dt="2026-01-07T13:03:02.128" v="8933" actId="700"/>
          <ac:spMkLst>
            <pc:docMk/>
            <pc:sldMk cId="1937328466" sldId="305"/>
            <ac:spMk id="3" creationId="{6C22CC21-D41C-FF8B-FC16-E172C35C6DD2}"/>
          </ac:spMkLst>
        </pc:spChg>
        <pc:spChg chg="add del mod ord">
          <ac:chgData name="MARIO CARRION SIRVENT" userId="50a2c7f8-d49d-40eb-976b-8996f56f4bb3" providerId="ADAL" clId="{908A41B1-EE9E-45F7-8C75-31CB85CE774D}" dt="2026-01-07T12:59:34.766" v="8850" actId="700"/>
          <ac:spMkLst>
            <pc:docMk/>
            <pc:sldMk cId="1937328466" sldId="305"/>
            <ac:spMk id="6" creationId="{B08D5C12-9290-D8F1-D993-B9347D9F7AFB}"/>
          </ac:spMkLst>
        </pc:spChg>
        <pc:spChg chg="add del mod ord">
          <ac:chgData name="MARIO CARRION SIRVENT" userId="50a2c7f8-d49d-40eb-976b-8996f56f4bb3" providerId="ADAL" clId="{908A41B1-EE9E-45F7-8C75-31CB85CE774D}" dt="2026-01-07T13:03:02.128" v="8933" actId="700"/>
          <ac:spMkLst>
            <pc:docMk/>
            <pc:sldMk cId="1937328466" sldId="305"/>
            <ac:spMk id="7" creationId="{08BCFB3D-7F0B-6CA0-85E9-962A6622E528}"/>
          </ac:spMkLst>
        </pc:spChg>
        <pc:picChg chg="add mod ord modCrop">
          <ac:chgData name="MARIO CARRION SIRVENT" userId="50a2c7f8-d49d-40eb-976b-8996f56f4bb3" providerId="ADAL" clId="{908A41B1-EE9E-45F7-8C75-31CB85CE774D}" dt="2026-01-07T13:03:15.024" v="8937" actId="14100"/>
          <ac:picMkLst>
            <pc:docMk/>
            <pc:sldMk cId="1937328466" sldId="305"/>
            <ac:picMk id="5" creationId="{3C48FEC8-29C5-6262-71A6-008ACB30A34A}"/>
          </ac:picMkLst>
        </pc:picChg>
      </pc:sldChg>
      <pc:sldChg chg="addSp delSp modSp new mod modClrScheme chgLayout">
        <pc:chgData name="MARIO CARRION SIRVENT" userId="50a2c7f8-d49d-40eb-976b-8996f56f4bb3" providerId="ADAL" clId="{908A41B1-EE9E-45F7-8C75-31CB85CE774D}" dt="2026-01-08T09:04:31.557" v="10899" actId="14100"/>
        <pc:sldMkLst>
          <pc:docMk/>
          <pc:sldMk cId="2201351185" sldId="306"/>
        </pc:sldMkLst>
        <pc:spChg chg="del mod ord">
          <ac:chgData name="MARIO CARRION SIRVENT" userId="50a2c7f8-d49d-40eb-976b-8996f56f4bb3" providerId="ADAL" clId="{908A41B1-EE9E-45F7-8C75-31CB85CE774D}" dt="2026-01-08T08:54:28.509" v="10287" actId="700"/>
          <ac:spMkLst>
            <pc:docMk/>
            <pc:sldMk cId="2201351185" sldId="306"/>
            <ac:spMk id="2" creationId="{2ED71438-E6E5-2FD8-406A-651A56B74754}"/>
          </ac:spMkLst>
        </pc:spChg>
        <pc:spChg chg="mod ord">
          <ac:chgData name="MARIO CARRION SIRVENT" userId="50a2c7f8-d49d-40eb-976b-8996f56f4bb3" providerId="ADAL" clId="{908A41B1-EE9E-45F7-8C75-31CB85CE774D}" dt="2026-01-08T08:54:55.725" v="10320" actId="20577"/>
          <ac:spMkLst>
            <pc:docMk/>
            <pc:sldMk cId="2201351185" sldId="306"/>
            <ac:spMk id="3" creationId="{2088FBC1-3F0D-1558-4BF9-4D15ACFEC841}"/>
          </ac:spMkLst>
        </pc:spChg>
        <pc:spChg chg="add del mod ord">
          <ac:chgData name="MARIO CARRION SIRVENT" userId="50a2c7f8-d49d-40eb-976b-8996f56f4bb3" providerId="ADAL" clId="{908A41B1-EE9E-45F7-8C75-31CB85CE774D}" dt="2026-01-08T08:55:32.129" v="10321" actId="22"/>
          <ac:spMkLst>
            <pc:docMk/>
            <pc:sldMk cId="2201351185" sldId="306"/>
            <ac:spMk id="4" creationId="{1FE9463E-D752-7CB2-4ED3-DD1A317BA8EE}"/>
          </ac:spMkLst>
        </pc:spChg>
        <pc:spChg chg="add mod ord">
          <ac:chgData name="MARIO CARRION SIRVENT" userId="50a2c7f8-d49d-40eb-976b-8996f56f4bb3" providerId="ADAL" clId="{908A41B1-EE9E-45F7-8C75-31CB85CE774D}" dt="2026-01-08T09:04:19.850" v="10897" actId="20577"/>
          <ac:spMkLst>
            <pc:docMk/>
            <pc:sldMk cId="2201351185" sldId="306"/>
            <ac:spMk id="5" creationId="{A16FDCE9-E176-7B44-2320-C0E9C717B4CC}"/>
          </ac:spMkLst>
        </pc:spChg>
        <pc:picChg chg="add mod ord">
          <ac:chgData name="MARIO CARRION SIRVENT" userId="50a2c7f8-d49d-40eb-976b-8996f56f4bb3" providerId="ADAL" clId="{908A41B1-EE9E-45F7-8C75-31CB85CE774D}" dt="2026-01-08T09:04:31.557" v="10899" actId="14100"/>
          <ac:picMkLst>
            <pc:docMk/>
            <pc:sldMk cId="2201351185" sldId="306"/>
            <ac:picMk id="7" creationId="{051516FF-510F-24FF-9FD2-398F0327C6E5}"/>
          </ac:picMkLst>
        </pc:picChg>
      </pc:sldChg>
      <pc:sldChg chg="addSp delSp modSp add mod">
        <pc:chgData name="MARIO CARRION SIRVENT" userId="50a2c7f8-d49d-40eb-976b-8996f56f4bb3" providerId="ADAL" clId="{908A41B1-EE9E-45F7-8C75-31CB85CE774D}" dt="2026-01-08T19:25:48.166" v="12231" actId="20577"/>
        <pc:sldMkLst>
          <pc:docMk/>
          <pc:sldMk cId="3017775741" sldId="307"/>
        </pc:sldMkLst>
        <pc:spChg chg="del">
          <ac:chgData name="MARIO CARRION SIRVENT" userId="50a2c7f8-d49d-40eb-976b-8996f56f4bb3" providerId="ADAL" clId="{908A41B1-EE9E-45F7-8C75-31CB85CE774D}" dt="2026-01-07T12:33:20.623" v="8372" actId="3680"/>
          <ac:spMkLst>
            <pc:docMk/>
            <pc:sldMk cId="3017775741" sldId="307"/>
            <ac:spMk id="2" creationId="{56C62D05-2F82-23EC-EB6E-CC8CE506D616}"/>
          </ac:spMkLst>
        </pc:spChg>
        <pc:spChg chg="mod">
          <ac:chgData name="MARIO CARRION SIRVENT" userId="50a2c7f8-d49d-40eb-976b-8996f56f4bb3" providerId="ADAL" clId="{908A41B1-EE9E-45F7-8C75-31CB85CE774D}" dt="2026-01-06T13:46:38.270" v="760" actId="20577"/>
          <ac:spMkLst>
            <pc:docMk/>
            <pc:sldMk cId="3017775741" sldId="307"/>
            <ac:spMk id="3" creationId="{FAF613F8-DA44-8448-B0AA-5D603930A62D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8T19:25:48.166" v="12231" actId="20577"/>
          <ac:graphicFrameMkLst>
            <pc:docMk/>
            <pc:sldMk cId="3017775741" sldId="307"/>
            <ac:graphicFrameMk id="4" creationId="{F9F335F4-A5E0-2FFB-7CDB-FEEFEDF5C244}"/>
          </ac:graphicFrameMkLst>
        </pc:graphicFrameChg>
      </pc:sldChg>
      <pc:sldChg chg="addSp delSp modSp new del mod modClrScheme chgLayout">
        <pc:chgData name="MARIO CARRION SIRVENT" userId="50a2c7f8-d49d-40eb-976b-8996f56f4bb3" providerId="ADAL" clId="{908A41B1-EE9E-45F7-8C75-31CB85CE774D}" dt="2026-01-07T12:52:24.733" v="8789" actId="2696"/>
        <pc:sldMkLst>
          <pc:docMk/>
          <pc:sldMk cId="2467244499" sldId="308"/>
        </pc:sldMkLst>
        <pc:spChg chg="del mod ord">
          <ac:chgData name="MARIO CARRION SIRVENT" userId="50a2c7f8-d49d-40eb-976b-8996f56f4bb3" providerId="ADAL" clId="{908A41B1-EE9E-45F7-8C75-31CB85CE774D}" dt="2026-01-07T12:51:53.230" v="8785" actId="700"/>
          <ac:spMkLst>
            <pc:docMk/>
            <pc:sldMk cId="2467244499" sldId="308"/>
            <ac:spMk id="2" creationId="{5B9DF751-31BD-031A-80ED-B9CB2C275C97}"/>
          </ac:spMkLst>
        </pc:spChg>
        <pc:spChg chg="mod ord">
          <ac:chgData name="MARIO CARRION SIRVENT" userId="50a2c7f8-d49d-40eb-976b-8996f56f4bb3" providerId="ADAL" clId="{908A41B1-EE9E-45F7-8C75-31CB85CE774D}" dt="2026-01-07T12:51:53.230" v="8785" actId="700"/>
          <ac:spMkLst>
            <pc:docMk/>
            <pc:sldMk cId="2467244499" sldId="308"/>
            <ac:spMk id="3" creationId="{5E74A366-3B60-4A59-946D-C5FC189E248A}"/>
          </ac:spMkLst>
        </pc:spChg>
        <pc:spChg chg="add del mod ord">
          <ac:chgData name="MARIO CARRION SIRVENT" userId="50a2c7f8-d49d-40eb-976b-8996f56f4bb3" providerId="ADAL" clId="{908A41B1-EE9E-45F7-8C75-31CB85CE774D}" dt="2026-01-07T12:52:19.513" v="8786" actId="22"/>
          <ac:spMkLst>
            <pc:docMk/>
            <pc:sldMk cId="2467244499" sldId="308"/>
            <ac:spMk id="4" creationId="{1F1B6089-9714-CD25-4BFB-5B4D904610DA}"/>
          </ac:spMkLst>
        </pc:spChg>
        <pc:spChg chg="add mod ord">
          <ac:chgData name="MARIO CARRION SIRVENT" userId="50a2c7f8-d49d-40eb-976b-8996f56f4bb3" providerId="ADAL" clId="{908A41B1-EE9E-45F7-8C75-31CB85CE774D}" dt="2026-01-07T12:51:53.230" v="8785" actId="700"/>
          <ac:spMkLst>
            <pc:docMk/>
            <pc:sldMk cId="2467244499" sldId="308"/>
            <ac:spMk id="5" creationId="{94BB7487-0961-B6D7-9652-26F26513FA0B}"/>
          </ac:spMkLst>
        </pc:spChg>
        <pc:picChg chg="add mod ord">
          <ac:chgData name="MARIO CARRION SIRVENT" userId="50a2c7f8-d49d-40eb-976b-8996f56f4bb3" providerId="ADAL" clId="{908A41B1-EE9E-45F7-8C75-31CB85CE774D}" dt="2026-01-07T12:52:20.085" v="8788" actId="962"/>
          <ac:picMkLst>
            <pc:docMk/>
            <pc:sldMk cId="2467244499" sldId="308"/>
            <ac:picMk id="7" creationId="{159553B1-7478-EA2F-621A-D4CBD959A232}"/>
          </ac:picMkLst>
        </pc:picChg>
      </pc:sldChg>
      <pc:sldChg chg="addSp delSp modSp add mod modClrScheme chgLayout">
        <pc:chgData name="MARIO CARRION SIRVENT" userId="50a2c7f8-d49d-40eb-976b-8996f56f4bb3" providerId="ADAL" clId="{908A41B1-EE9E-45F7-8C75-31CB85CE774D}" dt="2026-01-07T13:04:01.640" v="8981" actId="700"/>
        <pc:sldMkLst>
          <pc:docMk/>
          <pc:sldMk cId="1357419733" sldId="309"/>
        </pc:sldMkLst>
        <pc:spChg chg="del mod ord">
          <ac:chgData name="MARIO CARRION SIRVENT" userId="50a2c7f8-d49d-40eb-976b-8996f56f4bb3" providerId="ADAL" clId="{908A41B1-EE9E-45F7-8C75-31CB85CE774D}" dt="2026-01-07T12:57:13.353" v="8833" actId="700"/>
          <ac:spMkLst>
            <pc:docMk/>
            <pc:sldMk cId="1357419733" sldId="309"/>
            <ac:spMk id="2" creationId="{E72A8118-3FF6-3C6F-A225-839849DA1244}"/>
          </ac:spMkLst>
        </pc:spChg>
        <pc:spChg chg="mod ord">
          <ac:chgData name="MARIO CARRION SIRVENT" userId="50a2c7f8-d49d-40eb-976b-8996f56f4bb3" providerId="ADAL" clId="{908A41B1-EE9E-45F7-8C75-31CB85CE774D}" dt="2026-01-07T13:04:01.640" v="8981" actId="700"/>
          <ac:spMkLst>
            <pc:docMk/>
            <pc:sldMk cId="1357419733" sldId="309"/>
            <ac:spMk id="3" creationId="{718989AA-DEB4-E0C0-817F-C5AB2FBBC77B}"/>
          </ac:spMkLst>
        </pc:spChg>
        <pc:spChg chg="add del mod ord">
          <ac:chgData name="MARIO CARRION SIRVENT" userId="50a2c7f8-d49d-40eb-976b-8996f56f4bb3" providerId="ADAL" clId="{908A41B1-EE9E-45F7-8C75-31CB85CE774D}" dt="2026-01-07T12:57:56.415" v="8834" actId="22"/>
          <ac:spMkLst>
            <pc:docMk/>
            <pc:sldMk cId="1357419733" sldId="309"/>
            <ac:spMk id="4" creationId="{9F891785-7050-5BB1-F9E4-46D8546C8AE7}"/>
          </ac:spMkLst>
        </pc:spChg>
        <pc:spChg chg="add del mod ord">
          <ac:chgData name="MARIO CARRION SIRVENT" userId="50a2c7f8-d49d-40eb-976b-8996f56f4bb3" providerId="ADAL" clId="{908A41B1-EE9E-45F7-8C75-31CB85CE774D}" dt="2026-01-07T13:04:01.640" v="8981" actId="700"/>
          <ac:spMkLst>
            <pc:docMk/>
            <pc:sldMk cId="1357419733" sldId="309"/>
            <ac:spMk id="5" creationId="{55ACBF46-0FD7-300C-EE2B-BD97B2E8E7B2}"/>
          </ac:spMkLst>
        </pc:spChg>
        <pc:picChg chg="add mod ord modCrop">
          <ac:chgData name="MARIO CARRION SIRVENT" userId="50a2c7f8-d49d-40eb-976b-8996f56f4bb3" providerId="ADAL" clId="{908A41B1-EE9E-45F7-8C75-31CB85CE774D}" dt="2026-01-07T13:04:01.640" v="8981" actId="700"/>
          <ac:picMkLst>
            <pc:docMk/>
            <pc:sldMk cId="1357419733" sldId="309"/>
            <ac:picMk id="7" creationId="{94503619-7EB8-6A3A-7F6A-1A154F3ADBB4}"/>
          </ac:picMkLst>
        </pc:picChg>
      </pc:sldChg>
      <pc:sldChg chg="addSp delSp modSp new mod">
        <pc:chgData name="MARIO CARRION SIRVENT" userId="50a2c7f8-d49d-40eb-976b-8996f56f4bb3" providerId="ADAL" clId="{908A41B1-EE9E-45F7-8C75-31CB85CE774D}" dt="2026-01-07T13:09:26.206" v="8999" actId="14100"/>
        <pc:sldMkLst>
          <pc:docMk/>
          <pc:sldMk cId="3541604800" sldId="310"/>
        </pc:sldMkLst>
        <pc:spChg chg="del">
          <ac:chgData name="MARIO CARRION SIRVENT" userId="50a2c7f8-d49d-40eb-976b-8996f56f4bb3" providerId="ADAL" clId="{908A41B1-EE9E-45F7-8C75-31CB85CE774D}" dt="2026-01-07T13:07:13.679" v="8982" actId="22"/>
          <ac:spMkLst>
            <pc:docMk/>
            <pc:sldMk cId="3541604800" sldId="310"/>
            <ac:spMk id="2" creationId="{928B3350-F731-A36D-DA9D-B87E970D3D89}"/>
          </ac:spMkLst>
        </pc:spChg>
        <pc:spChg chg="mod">
          <ac:chgData name="MARIO CARRION SIRVENT" userId="50a2c7f8-d49d-40eb-976b-8996f56f4bb3" providerId="ADAL" clId="{908A41B1-EE9E-45F7-8C75-31CB85CE774D}" dt="2026-01-06T13:49:34.400" v="1037" actId="20577"/>
          <ac:spMkLst>
            <pc:docMk/>
            <pc:sldMk cId="3541604800" sldId="310"/>
            <ac:spMk id="3" creationId="{62558716-7CD8-CBF9-F02C-10A7BC16E37C}"/>
          </ac:spMkLst>
        </pc:spChg>
        <pc:spChg chg="add del mod">
          <ac:chgData name="MARIO CARRION SIRVENT" userId="50a2c7f8-d49d-40eb-976b-8996f56f4bb3" providerId="ADAL" clId="{908A41B1-EE9E-45F7-8C75-31CB85CE774D}" dt="2026-01-07T13:09:08.154" v="8987" actId="22"/>
          <ac:spMkLst>
            <pc:docMk/>
            <pc:sldMk cId="3541604800" sldId="310"/>
            <ac:spMk id="7" creationId="{C406E58B-53E7-9EAC-00ED-3E1CBA70AF11}"/>
          </ac:spMkLst>
        </pc:spChg>
        <pc:picChg chg="add del mod ord">
          <ac:chgData name="MARIO CARRION SIRVENT" userId="50a2c7f8-d49d-40eb-976b-8996f56f4bb3" providerId="ADAL" clId="{908A41B1-EE9E-45F7-8C75-31CB85CE774D}" dt="2026-01-07T13:07:33.026" v="8986" actId="478"/>
          <ac:picMkLst>
            <pc:docMk/>
            <pc:sldMk cId="3541604800" sldId="310"/>
            <ac:picMk id="5" creationId="{39C8E05A-E92C-F7F1-ED3D-CE983B83A6D4}"/>
          </ac:picMkLst>
        </pc:picChg>
        <pc:picChg chg="add mod ord">
          <ac:chgData name="MARIO CARRION SIRVENT" userId="50a2c7f8-d49d-40eb-976b-8996f56f4bb3" providerId="ADAL" clId="{908A41B1-EE9E-45F7-8C75-31CB85CE774D}" dt="2026-01-07T13:09:26.206" v="8999" actId="14100"/>
          <ac:picMkLst>
            <pc:docMk/>
            <pc:sldMk cId="3541604800" sldId="310"/>
            <ac:picMk id="9" creationId="{BEBA8D9E-7D37-1A05-6CA5-035C20D1C145}"/>
          </ac:picMkLst>
        </pc:picChg>
      </pc:sldChg>
      <pc:sldChg chg="addSp delSp modSp new mod">
        <pc:chgData name="MARIO CARRION SIRVENT" userId="50a2c7f8-d49d-40eb-976b-8996f56f4bb3" providerId="ADAL" clId="{908A41B1-EE9E-45F7-8C75-31CB85CE774D}" dt="2026-01-07T13:41:01.341" v="9066" actId="1035"/>
        <pc:sldMkLst>
          <pc:docMk/>
          <pc:sldMk cId="3591037985" sldId="311"/>
        </pc:sldMkLst>
        <pc:spChg chg="del">
          <ac:chgData name="MARIO CARRION SIRVENT" userId="50a2c7f8-d49d-40eb-976b-8996f56f4bb3" providerId="ADAL" clId="{908A41B1-EE9E-45F7-8C75-31CB85CE774D}" dt="2026-01-07T13:35:47.114" v="9000" actId="22"/>
          <ac:spMkLst>
            <pc:docMk/>
            <pc:sldMk cId="3591037985" sldId="311"/>
            <ac:spMk id="2" creationId="{82713998-B0C1-2F94-C9BA-41F4619E815F}"/>
          </ac:spMkLst>
        </pc:spChg>
        <pc:spChg chg="mod">
          <ac:chgData name="MARIO CARRION SIRVENT" userId="50a2c7f8-d49d-40eb-976b-8996f56f4bb3" providerId="ADAL" clId="{908A41B1-EE9E-45F7-8C75-31CB85CE774D}" dt="2026-01-06T13:50:02.594" v="1060" actId="20577"/>
          <ac:spMkLst>
            <pc:docMk/>
            <pc:sldMk cId="3591037985" sldId="311"/>
            <ac:spMk id="3" creationId="{294A925D-D2E5-08DF-EE06-CBB7A6133C31}"/>
          </ac:spMkLst>
        </pc:spChg>
        <pc:picChg chg="add mod ord">
          <ac:chgData name="MARIO CARRION SIRVENT" userId="50a2c7f8-d49d-40eb-976b-8996f56f4bb3" providerId="ADAL" clId="{908A41B1-EE9E-45F7-8C75-31CB85CE774D}" dt="2026-01-07T13:41:01.341" v="9066" actId="1035"/>
          <ac:picMkLst>
            <pc:docMk/>
            <pc:sldMk cId="3591037985" sldId="311"/>
            <ac:picMk id="5" creationId="{8AE8EA10-923B-B836-E909-9570134840D1}"/>
          </ac:picMkLst>
        </pc:picChg>
      </pc:sldChg>
      <pc:sldChg chg="addSp delSp modSp new mod">
        <pc:chgData name="MARIO CARRION SIRVENT" userId="50a2c7f8-d49d-40eb-976b-8996f56f4bb3" providerId="ADAL" clId="{908A41B1-EE9E-45F7-8C75-31CB85CE774D}" dt="2026-01-07T17:20:07.742" v="9674" actId="14100"/>
        <pc:sldMkLst>
          <pc:docMk/>
          <pc:sldMk cId="3186607381" sldId="312"/>
        </pc:sldMkLst>
        <pc:spChg chg="del">
          <ac:chgData name="MARIO CARRION SIRVENT" userId="50a2c7f8-d49d-40eb-976b-8996f56f4bb3" providerId="ADAL" clId="{908A41B1-EE9E-45F7-8C75-31CB85CE774D}" dt="2026-01-07T17:05:30.687" v="9231" actId="3680"/>
          <ac:spMkLst>
            <pc:docMk/>
            <pc:sldMk cId="3186607381" sldId="312"/>
            <ac:spMk id="2" creationId="{AC1D5171-0338-FEB3-583B-EB29FFB4B32F}"/>
          </ac:spMkLst>
        </pc:spChg>
        <pc:spChg chg="mod">
          <ac:chgData name="MARIO CARRION SIRVENT" userId="50a2c7f8-d49d-40eb-976b-8996f56f4bb3" providerId="ADAL" clId="{908A41B1-EE9E-45F7-8C75-31CB85CE774D}" dt="2026-01-06T13:50:24.707" v="1079" actId="20577"/>
          <ac:spMkLst>
            <pc:docMk/>
            <pc:sldMk cId="3186607381" sldId="312"/>
            <ac:spMk id="3" creationId="{1B350793-58B3-D5DE-F665-573389DA1305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7T17:20:07.742" v="9674" actId="14100"/>
          <ac:graphicFrameMkLst>
            <pc:docMk/>
            <pc:sldMk cId="3186607381" sldId="312"/>
            <ac:graphicFrameMk id="4" creationId="{F9453F48-7577-BA49-D90D-8454AAAFB550}"/>
          </ac:graphicFrameMkLst>
        </pc:graphicFrameChg>
        <pc:picChg chg="add mod">
          <ac:chgData name="MARIO CARRION SIRVENT" userId="50a2c7f8-d49d-40eb-976b-8996f56f4bb3" providerId="ADAL" clId="{908A41B1-EE9E-45F7-8C75-31CB85CE774D}" dt="2026-01-07T17:12:58.182" v="9506" actId="14100"/>
          <ac:picMkLst>
            <pc:docMk/>
            <pc:sldMk cId="3186607381" sldId="312"/>
            <ac:picMk id="6" creationId="{39CE7888-1585-ECD6-B570-F78D40287CD5}"/>
          </ac:picMkLst>
        </pc:picChg>
      </pc:sldChg>
      <pc:sldChg chg="addSp delSp modSp new mod">
        <pc:chgData name="MARIO CARRION SIRVENT" userId="50a2c7f8-d49d-40eb-976b-8996f56f4bb3" providerId="ADAL" clId="{908A41B1-EE9E-45F7-8C75-31CB85CE774D}" dt="2026-01-07T17:52:58.449" v="9820" actId="20577"/>
        <pc:sldMkLst>
          <pc:docMk/>
          <pc:sldMk cId="770187327" sldId="313"/>
        </pc:sldMkLst>
        <pc:spChg chg="del">
          <ac:chgData name="MARIO CARRION SIRVENT" userId="50a2c7f8-d49d-40eb-976b-8996f56f4bb3" providerId="ADAL" clId="{908A41B1-EE9E-45F7-8C75-31CB85CE774D}" dt="2026-01-07T17:22:09.395" v="9675" actId="3680"/>
          <ac:spMkLst>
            <pc:docMk/>
            <pc:sldMk cId="770187327" sldId="313"/>
            <ac:spMk id="2" creationId="{38B02FDF-F3F1-D3DD-CDC6-92EAF57C10B9}"/>
          </ac:spMkLst>
        </pc:spChg>
        <pc:spChg chg="mod">
          <ac:chgData name="MARIO CARRION SIRVENT" userId="50a2c7f8-d49d-40eb-976b-8996f56f4bb3" providerId="ADAL" clId="{908A41B1-EE9E-45F7-8C75-31CB85CE774D}" dt="2026-01-06T13:50:59.388" v="1150" actId="27636"/>
          <ac:spMkLst>
            <pc:docMk/>
            <pc:sldMk cId="770187327" sldId="313"/>
            <ac:spMk id="3" creationId="{FC07D66A-E14E-2E04-A475-796AA6D48CE0}"/>
          </ac:spMkLst>
        </pc:spChg>
        <pc:graphicFrameChg chg="add mod ord modGraphic">
          <ac:chgData name="MARIO CARRION SIRVENT" userId="50a2c7f8-d49d-40eb-976b-8996f56f4bb3" providerId="ADAL" clId="{908A41B1-EE9E-45F7-8C75-31CB85CE774D}" dt="2026-01-07T17:52:58.449" v="9820" actId="20577"/>
          <ac:graphicFrameMkLst>
            <pc:docMk/>
            <pc:sldMk cId="770187327" sldId="313"/>
            <ac:graphicFrameMk id="4" creationId="{8891D53C-22E1-D8FE-B070-803CA5652D9B}"/>
          </ac:graphicFrameMkLst>
        </pc:graphicFrameChg>
      </pc:sldChg>
      <pc:sldChg chg="addSp delSp modSp new mod modClrScheme chgLayout">
        <pc:chgData name="MARIO CARRION SIRVENT" userId="50a2c7f8-d49d-40eb-976b-8996f56f4bb3" providerId="ADAL" clId="{908A41B1-EE9E-45F7-8C75-31CB85CE774D}" dt="2026-01-07T13:43:55.338" v="9127" actId="14100"/>
        <pc:sldMkLst>
          <pc:docMk/>
          <pc:sldMk cId="4135077840" sldId="314"/>
        </pc:sldMkLst>
        <pc:spChg chg="add del">
          <ac:chgData name="MARIO CARRION SIRVENT" userId="50a2c7f8-d49d-40eb-976b-8996f56f4bb3" providerId="ADAL" clId="{908A41B1-EE9E-45F7-8C75-31CB85CE774D}" dt="2026-01-07T13:41:06.083" v="9069" actId="22"/>
          <ac:spMkLst>
            <pc:docMk/>
            <pc:sldMk cId="4135077840" sldId="314"/>
            <ac:spMk id="2" creationId="{AF03A3FF-5B22-02C8-E01F-6E576280DDA0}"/>
          </ac:spMkLst>
        </pc:spChg>
        <pc:spChg chg="mod ord">
          <ac:chgData name="MARIO CARRION SIRVENT" userId="50a2c7f8-d49d-40eb-976b-8996f56f4bb3" providerId="ADAL" clId="{908A41B1-EE9E-45F7-8C75-31CB85CE774D}" dt="2026-01-07T13:42:56.708" v="9110" actId="700"/>
          <ac:spMkLst>
            <pc:docMk/>
            <pc:sldMk cId="4135077840" sldId="314"/>
            <ac:spMk id="3" creationId="{F0DC4CB3-52DC-DCB2-FEDC-487483D74172}"/>
          </ac:spMkLst>
        </pc:spChg>
        <pc:spChg chg="add mod">
          <ac:chgData name="MARIO CARRION SIRVENT" userId="50a2c7f8-d49d-40eb-976b-8996f56f4bb3" providerId="ADAL" clId="{908A41B1-EE9E-45F7-8C75-31CB85CE774D}" dt="2026-01-07T13:40:11.650" v="9055" actId="1076"/>
          <ac:spMkLst>
            <pc:docMk/>
            <pc:sldMk cId="4135077840" sldId="314"/>
            <ac:spMk id="6" creationId="{AF03A3FF-5B22-02C8-E01F-6E576280DDA0}"/>
          </ac:spMkLst>
        </pc:spChg>
        <pc:spChg chg="add del mod ord">
          <ac:chgData name="MARIO CARRION SIRVENT" userId="50a2c7f8-d49d-40eb-976b-8996f56f4bb3" providerId="ADAL" clId="{908A41B1-EE9E-45F7-8C75-31CB85CE774D}" dt="2026-01-07T13:42:56.708" v="9110" actId="700"/>
          <ac:spMkLst>
            <pc:docMk/>
            <pc:sldMk cId="4135077840" sldId="314"/>
            <ac:spMk id="10" creationId="{68CAD34B-A679-2D2D-8C7A-A9BBFB75D62A}"/>
          </ac:spMkLst>
        </pc:spChg>
        <pc:spChg chg="add mod ord">
          <ac:chgData name="MARIO CARRION SIRVENT" userId="50a2c7f8-d49d-40eb-976b-8996f56f4bb3" providerId="ADAL" clId="{908A41B1-EE9E-45F7-8C75-31CB85CE774D}" dt="2026-01-07T13:42:56.708" v="9110" actId="700"/>
          <ac:spMkLst>
            <pc:docMk/>
            <pc:sldMk cId="4135077840" sldId="314"/>
            <ac:spMk id="11" creationId="{3E607858-F307-9857-AAB0-82FDA37C882B}"/>
          </ac:spMkLst>
        </pc:spChg>
        <pc:picChg chg="add del mod ord">
          <ac:chgData name="MARIO CARRION SIRVENT" userId="50a2c7f8-d49d-40eb-976b-8996f56f4bb3" providerId="ADAL" clId="{908A41B1-EE9E-45F7-8C75-31CB85CE774D}" dt="2026-01-07T13:39:56.850" v="9051" actId="22"/>
          <ac:picMkLst>
            <pc:docMk/>
            <pc:sldMk cId="4135077840" sldId="314"/>
            <ac:picMk id="5" creationId="{AA065D66-5622-B9C6-4FF6-0CAC54F92CB7}"/>
          </ac:picMkLst>
        </pc:picChg>
        <pc:picChg chg="add mod">
          <ac:chgData name="MARIO CARRION SIRVENT" userId="50a2c7f8-d49d-40eb-976b-8996f56f4bb3" providerId="ADAL" clId="{908A41B1-EE9E-45F7-8C75-31CB85CE774D}" dt="2026-01-07T13:41:03.519" v="9068"/>
          <ac:picMkLst>
            <pc:docMk/>
            <pc:sldMk cId="4135077840" sldId="314"/>
            <ac:picMk id="7" creationId="{90458680-FB4F-E9D3-61C2-1E77B4ACF17E}"/>
          </ac:picMkLst>
        </pc:picChg>
        <pc:picChg chg="add mod ord modCrop">
          <ac:chgData name="MARIO CARRION SIRVENT" userId="50a2c7f8-d49d-40eb-976b-8996f56f4bb3" providerId="ADAL" clId="{908A41B1-EE9E-45F7-8C75-31CB85CE774D}" dt="2026-01-07T13:43:18.986" v="9118" actId="18131"/>
          <ac:picMkLst>
            <pc:docMk/>
            <pc:sldMk cId="4135077840" sldId="314"/>
            <ac:picMk id="9" creationId="{1A5EB29D-4288-8BC2-89B5-86A6ABD282F3}"/>
          </ac:picMkLst>
        </pc:picChg>
        <pc:picChg chg="add mod">
          <ac:chgData name="MARIO CARRION SIRVENT" userId="50a2c7f8-d49d-40eb-976b-8996f56f4bb3" providerId="ADAL" clId="{908A41B1-EE9E-45F7-8C75-31CB85CE774D}" dt="2026-01-07T13:43:55.338" v="9127" actId="14100"/>
          <ac:picMkLst>
            <pc:docMk/>
            <pc:sldMk cId="4135077840" sldId="314"/>
            <ac:picMk id="13" creationId="{34044310-C878-A177-00C0-F72A5AC04FBC}"/>
          </ac:picMkLst>
        </pc:picChg>
      </pc:sldChg>
      <pc:sldChg chg="addSp delSp modSp new mod">
        <pc:chgData name="MARIO CARRION SIRVENT" userId="50a2c7f8-d49d-40eb-976b-8996f56f4bb3" providerId="ADAL" clId="{908A41B1-EE9E-45F7-8C75-31CB85CE774D}" dt="2026-01-07T13:49:06.370" v="9133" actId="14100"/>
        <pc:sldMkLst>
          <pc:docMk/>
          <pc:sldMk cId="2108604144" sldId="315"/>
        </pc:sldMkLst>
        <pc:spChg chg="del">
          <ac:chgData name="MARIO CARRION SIRVENT" userId="50a2c7f8-d49d-40eb-976b-8996f56f4bb3" providerId="ADAL" clId="{908A41B1-EE9E-45F7-8C75-31CB85CE774D}" dt="2026-01-07T13:48:56.994" v="9128" actId="22"/>
          <ac:spMkLst>
            <pc:docMk/>
            <pc:sldMk cId="2108604144" sldId="315"/>
            <ac:spMk id="2" creationId="{5947A6F4-36A3-1403-8B66-04CD02F39858}"/>
          </ac:spMkLst>
        </pc:spChg>
        <pc:spChg chg="mod">
          <ac:chgData name="MARIO CARRION SIRVENT" userId="50a2c7f8-d49d-40eb-976b-8996f56f4bb3" providerId="ADAL" clId="{908A41B1-EE9E-45F7-8C75-31CB85CE774D}" dt="2026-01-06T13:52:06.320" v="1212" actId="20577"/>
          <ac:spMkLst>
            <pc:docMk/>
            <pc:sldMk cId="2108604144" sldId="315"/>
            <ac:spMk id="3" creationId="{14CDBDA8-3D8A-4139-3E29-22DE71D0FB8D}"/>
          </ac:spMkLst>
        </pc:spChg>
        <pc:picChg chg="add mod ord">
          <ac:chgData name="MARIO CARRION SIRVENT" userId="50a2c7f8-d49d-40eb-976b-8996f56f4bb3" providerId="ADAL" clId="{908A41B1-EE9E-45F7-8C75-31CB85CE774D}" dt="2026-01-07T13:49:06.370" v="9133" actId="14100"/>
          <ac:picMkLst>
            <pc:docMk/>
            <pc:sldMk cId="2108604144" sldId="315"/>
            <ac:picMk id="5" creationId="{0CCC0601-91E2-23B7-D568-89D535447C89}"/>
          </ac:picMkLst>
        </pc:picChg>
      </pc:sldChg>
      <pc:sldChg chg="new del">
        <pc:chgData name="MARIO CARRION SIRVENT" userId="50a2c7f8-d49d-40eb-976b-8996f56f4bb3" providerId="ADAL" clId="{908A41B1-EE9E-45F7-8C75-31CB85CE774D}" dt="2026-01-07T13:57:08.551" v="9230" actId="2696"/>
        <pc:sldMkLst>
          <pc:docMk/>
          <pc:sldMk cId="2937334183" sldId="316"/>
        </pc:sldMkLst>
      </pc:sldChg>
      <pc:sldChg chg="addSp delSp modSp add mod ord modClrScheme chgLayout">
        <pc:chgData name="MARIO CARRION SIRVENT" userId="50a2c7f8-d49d-40eb-976b-8996f56f4bb3" providerId="ADAL" clId="{908A41B1-EE9E-45F7-8C75-31CB85CE774D}" dt="2026-01-07T13:53:37.743" v="9177" actId="700"/>
        <pc:sldMkLst>
          <pc:docMk/>
          <pc:sldMk cId="2522791903" sldId="317"/>
        </pc:sldMkLst>
        <pc:spChg chg="add del mod ord">
          <ac:chgData name="MARIO CARRION SIRVENT" userId="50a2c7f8-d49d-40eb-976b-8996f56f4bb3" providerId="ADAL" clId="{908A41B1-EE9E-45F7-8C75-31CB85CE774D}" dt="2026-01-07T13:53:37.743" v="9177" actId="700"/>
          <ac:spMkLst>
            <pc:docMk/>
            <pc:sldMk cId="2522791903" sldId="317"/>
            <ac:spMk id="2" creationId="{4C8345D8-DDC9-3252-DBDC-9F608CE640E0}"/>
          </ac:spMkLst>
        </pc:spChg>
        <pc:spChg chg="mod ord">
          <ac:chgData name="MARIO CARRION SIRVENT" userId="50a2c7f8-d49d-40eb-976b-8996f56f4bb3" providerId="ADAL" clId="{908A41B1-EE9E-45F7-8C75-31CB85CE774D}" dt="2026-01-07T13:53:37.743" v="9177" actId="700"/>
          <ac:spMkLst>
            <pc:docMk/>
            <pc:sldMk cId="2522791903" sldId="317"/>
            <ac:spMk id="3" creationId="{A484964C-2ADD-AB44-CC32-938EBFD114C1}"/>
          </ac:spMkLst>
        </pc:spChg>
        <pc:spChg chg="add del mod ord">
          <ac:chgData name="MARIO CARRION SIRVENT" userId="50a2c7f8-d49d-40eb-976b-8996f56f4bb3" providerId="ADAL" clId="{908A41B1-EE9E-45F7-8C75-31CB85CE774D}" dt="2026-01-07T13:53:37.743" v="9177" actId="700"/>
          <ac:spMkLst>
            <pc:docMk/>
            <pc:sldMk cId="2522791903" sldId="317"/>
            <ac:spMk id="4" creationId="{2AAEB87D-436A-D5A9-F078-5613F702CB65}"/>
          </ac:spMkLst>
        </pc:spChg>
        <pc:spChg chg="add del mod">
          <ac:chgData name="MARIO CARRION SIRVENT" userId="50a2c7f8-d49d-40eb-976b-8996f56f4bb3" providerId="ADAL" clId="{908A41B1-EE9E-45F7-8C75-31CB85CE774D}" dt="2026-01-07T13:52:56.842" v="9156" actId="478"/>
          <ac:spMkLst>
            <pc:docMk/>
            <pc:sldMk cId="2522791903" sldId="317"/>
            <ac:spMk id="7" creationId="{009F844C-A050-E51B-6B8C-0023042DE9C8}"/>
          </ac:spMkLst>
        </pc:spChg>
        <pc:picChg chg="add del mod">
          <ac:chgData name="MARIO CARRION SIRVENT" userId="50a2c7f8-d49d-40eb-976b-8996f56f4bb3" providerId="ADAL" clId="{908A41B1-EE9E-45F7-8C75-31CB85CE774D}" dt="2026-01-07T13:53:36.831" v="9175"/>
          <ac:picMkLst>
            <pc:docMk/>
            <pc:sldMk cId="2522791903" sldId="317"/>
            <ac:picMk id="5" creationId="{412ADA9C-82A9-1D23-D75A-E62F4A9CCBC2}"/>
          </ac:picMkLst>
        </pc:picChg>
        <pc:picChg chg="add del mod">
          <ac:chgData name="MARIO CARRION SIRVENT" userId="50a2c7f8-d49d-40eb-976b-8996f56f4bb3" providerId="ADAL" clId="{908A41B1-EE9E-45F7-8C75-31CB85CE774D}" dt="2026-01-07T13:53:37.243" v="9176" actId="1076"/>
          <ac:picMkLst>
            <pc:docMk/>
            <pc:sldMk cId="2522791903" sldId="317"/>
            <ac:picMk id="9" creationId="{1317430A-9F4E-437B-033D-FA2B3B7023AE}"/>
          </ac:picMkLst>
        </pc:picChg>
      </pc:sldChg>
      <pc:sldChg chg="addSp delSp modSp new mod modClrScheme chgLayout">
        <pc:chgData name="MARIO CARRION SIRVENT" userId="50a2c7f8-d49d-40eb-976b-8996f56f4bb3" providerId="ADAL" clId="{908A41B1-EE9E-45F7-8C75-31CB85CE774D}" dt="2026-01-07T18:21:38.400" v="10028" actId="1076"/>
        <pc:sldMkLst>
          <pc:docMk/>
          <pc:sldMk cId="1941423111" sldId="318"/>
        </pc:sldMkLst>
        <pc:spChg chg="del mod ord">
          <ac:chgData name="MARIO CARRION SIRVENT" userId="50a2c7f8-d49d-40eb-976b-8996f56f4bb3" providerId="ADAL" clId="{908A41B1-EE9E-45F7-8C75-31CB85CE774D}" dt="2026-01-07T17:57:48.798" v="9854" actId="700"/>
          <ac:spMkLst>
            <pc:docMk/>
            <pc:sldMk cId="1941423111" sldId="318"/>
            <ac:spMk id="2" creationId="{FD143ED3-ED86-AA9F-CCA5-50FE75A0A6B9}"/>
          </ac:spMkLst>
        </pc:spChg>
        <pc:spChg chg="del mod ord">
          <ac:chgData name="MARIO CARRION SIRVENT" userId="50a2c7f8-d49d-40eb-976b-8996f56f4bb3" providerId="ADAL" clId="{908A41B1-EE9E-45F7-8C75-31CB85CE774D}" dt="2026-01-07T17:57:48.798" v="9854" actId="700"/>
          <ac:spMkLst>
            <pc:docMk/>
            <pc:sldMk cId="1941423111" sldId="318"/>
            <ac:spMk id="3" creationId="{B9DA4FEC-E61F-E11F-8D96-22BCF09DD0C0}"/>
          </ac:spMkLst>
        </pc:spChg>
        <pc:spChg chg="add mod ord">
          <ac:chgData name="MARIO CARRION SIRVENT" userId="50a2c7f8-d49d-40eb-976b-8996f56f4bb3" providerId="ADAL" clId="{908A41B1-EE9E-45F7-8C75-31CB85CE774D}" dt="2026-01-07T17:59:21.406" v="9940" actId="20577"/>
          <ac:spMkLst>
            <pc:docMk/>
            <pc:sldMk cId="1941423111" sldId="318"/>
            <ac:spMk id="4" creationId="{913DA390-3DCD-8928-8FC7-252570043E1B}"/>
          </ac:spMkLst>
        </pc:spChg>
        <pc:spChg chg="add del mod ord">
          <ac:chgData name="MARIO CARRION SIRVENT" userId="50a2c7f8-d49d-40eb-976b-8996f56f4bb3" providerId="ADAL" clId="{908A41B1-EE9E-45F7-8C75-31CB85CE774D}" dt="2026-01-07T18:20:43.909" v="10016" actId="22"/>
          <ac:spMkLst>
            <pc:docMk/>
            <pc:sldMk cId="1941423111" sldId="318"/>
            <ac:spMk id="5" creationId="{9EEEED73-68D2-46A3-4FEE-9E80AAC8ECAD}"/>
          </ac:spMkLst>
        </pc:spChg>
        <pc:spChg chg="add del mod ord">
          <ac:chgData name="MARIO CARRION SIRVENT" userId="50a2c7f8-d49d-40eb-976b-8996f56f4bb3" providerId="ADAL" clId="{908A41B1-EE9E-45F7-8C75-31CB85CE774D}" dt="2026-01-07T18:17:38.201" v="9970" actId="22"/>
          <ac:spMkLst>
            <pc:docMk/>
            <pc:sldMk cId="1941423111" sldId="318"/>
            <ac:spMk id="6" creationId="{951438F4-A9A4-830C-BF8A-88F4EEFC7F49}"/>
          </ac:spMkLst>
        </pc:spChg>
        <pc:spChg chg="add del mod">
          <ac:chgData name="MARIO CARRION SIRVENT" userId="50a2c7f8-d49d-40eb-976b-8996f56f4bb3" providerId="ADAL" clId="{908A41B1-EE9E-45F7-8C75-31CB85CE774D}" dt="2026-01-07T18:21:10.794" v="10018" actId="22"/>
          <ac:spMkLst>
            <pc:docMk/>
            <pc:sldMk cId="1941423111" sldId="318"/>
            <ac:spMk id="14" creationId="{91F1CF32-97CC-6945-7D94-3F94DB232818}"/>
          </ac:spMkLst>
        </pc:spChg>
        <pc:picChg chg="add del mod ord">
          <ac:chgData name="MARIO CARRION SIRVENT" userId="50a2c7f8-d49d-40eb-976b-8996f56f4bb3" providerId="ADAL" clId="{908A41B1-EE9E-45F7-8C75-31CB85CE774D}" dt="2026-01-07T18:21:08.665" v="10017" actId="478"/>
          <ac:picMkLst>
            <pc:docMk/>
            <pc:sldMk cId="1941423111" sldId="318"/>
            <ac:picMk id="8" creationId="{816743CD-A48B-672A-92C3-A9A5D262DF78}"/>
          </ac:picMkLst>
        </pc:picChg>
        <pc:picChg chg="add del mod ord">
          <ac:chgData name="MARIO CARRION SIRVENT" userId="50a2c7f8-d49d-40eb-976b-8996f56f4bb3" providerId="ADAL" clId="{908A41B1-EE9E-45F7-8C75-31CB85CE774D}" dt="2026-01-07T18:20:43.909" v="10016" actId="22"/>
          <ac:picMkLst>
            <pc:docMk/>
            <pc:sldMk cId="1941423111" sldId="318"/>
            <ac:picMk id="10" creationId="{D1614A47-EAD0-3C6E-2C67-B8417006BF81}"/>
          </ac:picMkLst>
        </pc:picChg>
        <pc:picChg chg="add del mod">
          <ac:chgData name="MARIO CARRION SIRVENT" userId="50a2c7f8-d49d-40eb-976b-8996f56f4bb3" providerId="ADAL" clId="{908A41B1-EE9E-45F7-8C75-31CB85CE774D}" dt="2026-01-07T18:20:39.824" v="10013" actId="22"/>
          <ac:picMkLst>
            <pc:docMk/>
            <pc:sldMk cId="1941423111" sldId="318"/>
            <ac:picMk id="12" creationId="{2865AEB8-E8E7-B10E-FF01-80A397771617}"/>
          </ac:picMkLst>
        </pc:picChg>
        <pc:picChg chg="add mod ord">
          <ac:chgData name="MARIO CARRION SIRVENT" userId="50a2c7f8-d49d-40eb-976b-8996f56f4bb3" providerId="ADAL" clId="{908A41B1-EE9E-45F7-8C75-31CB85CE774D}" dt="2026-01-07T18:21:38.400" v="10028" actId="1076"/>
          <ac:picMkLst>
            <pc:docMk/>
            <pc:sldMk cId="1941423111" sldId="318"/>
            <ac:picMk id="16" creationId="{F1B0F374-6B4A-6EEE-BF9D-5984E7677B2E}"/>
          </ac:picMkLst>
        </pc:picChg>
      </pc:sldChg>
      <pc:sldChg chg="addSp delSp modSp new mod modClrScheme chgLayout">
        <pc:chgData name="MARIO CARRION SIRVENT" userId="50a2c7f8-d49d-40eb-976b-8996f56f4bb3" providerId="ADAL" clId="{908A41B1-EE9E-45F7-8C75-31CB85CE774D}" dt="2026-01-07T18:15:09.738" v="9969" actId="962"/>
        <pc:sldMkLst>
          <pc:docMk/>
          <pc:sldMk cId="3243320729" sldId="319"/>
        </pc:sldMkLst>
        <pc:spChg chg="del mod ord">
          <ac:chgData name="MARIO CARRION SIRVENT" userId="50a2c7f8-d49d-40eb-976b-8996f56f4bb3" providerId="ADAL" clId="{908A41B1-EE9E-45F7-8C75-31CB85CE774D}" dt="2026-01-07T17:58:58.996" v="9912" actId="700"/>
          <ac:spMkLst>
            <pc:docMk/>
            <pc:sldMk cId="3243320729" sldId="319"/>
            <ac:spMk id="2" creationId="{595EAF28-F905-E63D-660C-197102A51836}"/>
          </ac:spMkLst>
        </pc:spChg>
        <pc:spChg chg="mod ord">
          <ac:chgData name="MARIO CARRION SIRVENT" userId="50a2c7f8-d49d-40eb-976b-8996f56f4bb3" providerId="ADAL" clId="{908A41B1-EE9E-45F7-8C75-31CB85CE774D}" dt="2026-01-07T17:58:58.996" v="9912" actId="700"/>
          <ac:spMkLst>
            <pc:docMk/>
            <pc:sldMk cId="3243320729" sldId="319"/>
            <ac:spMk id="3" creationId="{C0F32671-4C4D-AF07-D890-46A468702C77}"/>
          </ac:spMkLst>
        </pc:spChg>
        <pc:spChg chg="add del mod ord">
          <ac:chgData name="MARIO CARRION SIRVENT" userId="50a2c7f8-d49d-40eb-976b-8996f56f4bb3" providerId="ADAL" clId="{908A41B1-EE9E-45F7-8C75-31CB85CE774D}" dt="2026-01-07T18:12:56.657" v="9964" actId="22"/>
          <ac:spMkLst>
            <pc:docMk/>
            <pc:sldMk cId="3243320729" sldId="319"/>
            <ac:spMk id="4" creationId="{BE45FC3D-74F7-4EB9-92BC-433138BB920D}"/>
          </ac:spMkLst>
        </pc:spChg>
        <pc:spChg chg="add del mod ord">
          <ac:chgData name="MARIO CARRION SIRVENT" userId="50a2c7f8-d49d-40eb-976b-8996f56f4bb3" providerId="ADAL" clId="{908A41B1-EE9E-45F7-8C75-31CB85CE774D}" dt="2026-01-07T18:15:09.136" v="9967" actId="22"/>
          <ac:spMkLst>
            <pc:docMk/>
            <pc:sldMk cId="3243320729" sldId="319"/>
            <ac:spMk id="5" creationId="{E8CFCE98-7A00-1CFC-B22D-BDC04AB1BA83}"/>
          </ac:spMkLst>
        </pc:spChg>
        <pc:picChg chg="add mod ord">
          <ac:chgData name="MARIO CARRION SIRVENT" userId="50a2c7f8-d49d-40eb-976b-8996f56f4bb3" providerId="ADAL" clId="{908A41B1-EE9E-45F7-8C75-31CB85CE774D}" dt="2026-01-07T18:12:57.252" v="9966" actId="962"/>
          <ac:picMkLst>
            <pc:docMk/>
            <pc:sldMk cId="3243320729" sldId="319"/>
            <ac:picMk id="7" creationId="{C74DA1F1-5D14-5AB1-FD3F-171A2DBFC1C2}"/>
          </ac:picMkLst>
        </pc:picChg>
        <pc:picChg chg="add mod ord">
          <ac:chgData name="MARIO CARRION SIRVENT" userId="50a2c7f8-d49d-40eb-976b-8996f56f4bb3" providerId="ADAL" clId="{908A41B1-EE9E-45F7-8C75-31CB85CE774D}" dt="2026-01-07T18:15:09.738" v="9969" actId="962"/>
          <ac:picMkLst>
            <pc:docMk/>
            <pc:sldMk cId="3243320729" sldId="319"/>
            <ac:picMk id="9" creationId="{2AD8AA0A-3E39-B4AB-36BE-3048BB9486BE}"/>
          </ac:picMkLst>
        </pc:picChg>
      </pc:sldChg>
      <pc:sldChg chg="new add del">
        <pc:chgData name="MARIO CARRION SIRVENT" userId="50a2c7f8-d49d-40eb-976b-8996f56f4bb3" providerId="ADAL" clId="{908A41B1-EE9E-45F7-8C75-31CB85CE774D}" dt="2026-01-07T19:20:55.646" v="10074" actId="680"/>
        <pc:sldMkLst>
          <pc:docMk/>
          <pc:sldMk cId="1414021491" sldId="320"/>
        </pc:sldMkLst>
      </pc:sldChg>
      <pc:sldChg chg="new add del">
        <pc:chgData name="MARIO CARRION SIRVENT" userId="50a2c7f8-d49d-40eb-976b-8996f56f4bb3" providerId="ADAL" clId="{908A41B1-EE9E-45F7-8C75-31CB85CE774D}" dt="2026-01-07T19:20:48.690" v="10069" actId="680"/>
        <pc:sldMkLst>
          <pc:docMk/>
          <pc:sldMk cId="3646148976" sldId="32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022257-8F27-4D01-BD18-69FB72CADE5D}" type="datetime1">
              <a:rPr lang="es-ES" smtClean="0"/>
              <a:t>09/01/2026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52858E0-3D38-47B7-97D4-4FE08D90D35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1857-26EA-47E2-9155-D6CFE03690C8}" type="datetime1">
              <a:rPr lang="es-ES" smtClean="0"/>
              <a:pPr/>
              <a:t>09/01/2026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ECAD9-32EE-4091-BDA5-6BD15ACC5E58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4ECAD9-32EE-4091-BDA5-6BD15ACC5E58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89940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4ECAD9-32EE-4091-BDA5-6BD15ACC5E58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56094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84ECAD9-32EE-4091-BDA5-6BD15ACC5E58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46433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es-ES" smtClean="0"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686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94985C-69FE-4C78-8B47-6579041C53B3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rtlCol="0"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elogramo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E50598-F329-4DE9-93FC-DA4A01DFA178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7654D3-51E3-4DAB-8B98-C0FA872C2507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elogramo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F4D2F02-A16A-4099-8C59-38D0CECD7EE8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es-ES" sz="14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rtlCol="0"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9230D52-0E8C-4B0F-A472-ED12DE719FAA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es-ES" sz="14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rtlCol="0"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rtlCol="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9F0671-7898-4BD8-8B19-67D3E88DB6EF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ACF1D0-530C-4FE3-AA47-BEA939D2E7CB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8CB99F-7ED6-4949-823C-6BEA3754B46B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elogramo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557008F-643B-4E03-977F-B71017F47E61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411EDAB-3C6B-4917-90C6-61B9152180C1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cxnSp>
        <p:nvCxnSpPr>
          <p:cNvPr id="15" name="Conector derecho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recho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recho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A9DED-E36B-438F-B08A-3397F5AC6183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rtlCol="0" anchor="ctr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162FB4F-A2C6-41B3-BDE9-90E1E7570B9F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rtlCol="0" anchor="ctr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376B528-0287-4BA1-9BC8-0487CF04A97A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rtlCol="0"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rtlCol="0"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C1EA121-E927-46C5-B1F6-A17F5B7DAD66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8" name="Marcador de posición de imagen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rtlCol="0"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361B3DF-A332-486E-B396-1D4B9C8FD680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rtlCol="0"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785CAB3-9417-477D-AEED-2127B649F6C8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elogramo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rtlCol="0"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2" name="Marcador de fecha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F18A85B-765D-40FC-AD09-6091B3410ECC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13" name="Marcador de pie de página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4" name="Marcador de número de diapositiva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A176532-3C26-418B-B78D-51AF847B2DBF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F1920-5CAD-40D9-875E-0DBDF695FDC3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68A775-6EE5-4AA5-AD9F-BA353347F31F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elogramo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0FCDE46-386F-4D8B-915D-AF4E96FAE0AB}" type="datetime1">
              <a:rPr lang="es-ES" noProof="0" smtClean="0"/>
              <a:t>09/01/2026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3119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es-ES" sz="4800" dirty="0"/>
              <a:t>AUTOCONSUMO FOTOVOLTAICO PARA SISTEMA HVAC DE UN CPD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2171" y="4129122"/>
            <a:ext cx="4526280" cy="452606"/>
          </a:xfrm>
        </p:spPr>
        <p:txBody>
          <a:bodyPr rtlCol="0">
            <a:normAutofit/>
          </a:bodyPr>
          <a:lstStyle/>
          <a:p>
            <a:pPr rtl="0"/>
            <a:r>
              <a:rPr lang="es-ES" sz="2000" spc="0" dirty="0">
                <a:latin typeface="+mj-lt"/>
              </a:rPr>
              <a:t>Mario Carrión </a:t>
            </a:r>
            <a:r>
              <a:rPr lang="es-ES" sz="2000" spc="0" dirty="0" err="1">
                <a:latin typeface="+mj-lt"/>
              </a:rPr>
              <a:t>sirvent</a:t>
            </a:r>
            <a:r>
              <a:rPr lang="es-ES" sz="2000" spc="0" dirty="0">
                <a:latin typeface="+mj-lt"/>
              </a:rPr>
              <a:t> - 08/01/2026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A1600E6-D64A-DA5C-E846-67B90E443F87}"/>
              </a:ext>
            </a:extLst>
          </p:cNvPr>
          <p:cNvGrpSpPr/>
          <p:nvPr/>
        </p:nvGrpSpPr>
        <p:grpSpPr>
          <a:xfrm>
            <a:off x="6714887" y="323122"/>
            <a:ext cx="4572522" cy="822222"/>
            <a:chOff x="6714893" y="5050780"/>
            <a:chExt cx="3810435" cy="685185"/>
          </a:xfrm>
        </p:grpSpPr>
        <p:pic>
          <p:nvPicPr>
            <p:cNvPr id="5" name="Imagen 4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1EBD15C-2CC7-0F1D-0A08-A32476A7B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0111" y="5051661"/>
              <a:ext cx="1135217" cy="577295"/>
            </a:xfrm>
            <a:prstGeom prst="rect">
              <a:avLst/>
            </a:prstGeom>
          </p:spPr>
        </p:pic>
        <p:pic>
          <p:nvPicPr>
            <p:cNvPr id="8" name="Imagen 7" descr="Diagrama, Escala de tiempo&#10;&#10;El contenido generado por IA puede ser incorrecto.">
              <a:extLst>
                <a:ext uri="{FF2B5EF4-FFF2-40B4-BE49-F238E27FC236}">
                  <a16:creationId xmlns:a16="http://schemas.microsoft.com/office/drawing/2014/main" id="{FA2CA46A-7189-FADC-8C24-4CC3679D1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4893" y="5050780"/>
              <a:ext cx="2543783" cy="685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D11F6DB-B7C0-D078-D28E-C63D83FB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PLANO DE SITUACIÓN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6D029BF-BCC5-4880-CA83-E3FC9A2F5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s-ES" dirty="0"/>
              <a:t>LOCALIDAD: Tres Cantos	LATIDUD:	</a:t>
            </a:r>
            <a:r>
              <a:rPr lang="es-ES" b="1" dirty="0">
                <a:solidFill>
                  <a:schemeClr val="tx1"/>
                </a:solidFill>
                <a:highlight>
                  <a:srgbClr val="000000"/>
                </a:highlight>
              </a:rPr>
              <a:t>40º 35’ 53’’</a:t>
            </a:r>
            <a:r>
              <a:rPr lang="es-ES" dirty="0"/>
              <a:t>	LONGITUD: </a:t>
            </a:r>
            <a:r>
              <a:rPr lang="es-ES" dirty="0">
                <a:solidFill>
                  <a:schemeClr val="tx1"/>
                </a:solidFill>
                <a:highlight>
                  <a:srgbClr val="000000"/>
                </a:highlight>
              </a:rPr>
              <a:t>-3º 43’ 2’’</a:t>
            </a:r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E5197281-27D2-0C6C-97CA-CD054BA33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46" y="0"/>
            <a:ext cx="12191985" cy="4578350"/>
          </a:xfrm>
        </p:spPr>
        <p:txBody>
          <a:bodyPr/>
          <a:lstStyle/>
          <a:p>
            <a:endParaRPr lang="es-ES"/>
          </a:p>
        </p:txBody>
      </p:sp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D923A39D-7CFC-D8B6-EC83-7F6C8FAAA5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248812"/>
              </p:ext>
            </p:extLst>
          </p:nvPr>
        </p:nvGraphicFramePr>
        <p:xfrm>
          <a:off x="6061228" y="266700"/>
          <a:ext cx="6034419" cy="424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8019763" imgH="5667239" progId="Acrobat.Document.DC">
                  <p:embed/>
                </p:oleObj>
              </mc:Choice>
              <mc:Fallback>
                <p:oleObj name="Acrobat Document" r:id="rId3" imgW="8019763" imgH="5667239" progId="Acrobat.Document.DC">
                  <p:embed/>
                  <p:pic>
                    <p:nvPicPr>
                      <p:cNvPr id="17" name="Objeto 16">
                        <a:extLst>
                          <a:ext uri="{FF2B5EF4-FFF2-40B4-BE49-F238E27FC236}">
                            <a16:creationId xmlns:a16="http://schemas.microsoft.com/office/drawing/2014/main" id="{D923A39D-7CFC-D8B6-EC83-7F6C8FAAA5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61228" y="266700"/>
                        <a:ext cx="6034419" cy="4247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D4022FFD-D2A1-05C1-F2D6-072D140BA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648946"/>
              </p:ext>
            </p:extLst>
          </p:nvPr>
        </p:nvGraphicFramePr>
        <p:xfrm>
          <a:off x="0" y="256972"/>
          <a:ext cx="6034419" cy="4264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5" imgW="8019763" imgH="5667239" progId="Acrobat.Document.DC">
                  <p:embed/>
                </p:oleObj>
              </mc:Choice>
              <mc:Fallback>
                <p:oleObj name="Acrobat Document" r:id="rId5" imgW="8019763" imgH="5667239" progId="Acrobat.Document.DC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D4022FFD-D2A1-05C1-F2D6-072D140BA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256972"/>
                        <a:ext cx="6034419" cy="4264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039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5F2D9DF7-F4AA-FB56-4742-EC5D8FCB6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4" y="650208"/>
            <a:ext cx="6504416" cy="5864892"/>
          </a:xfrm>
        </p:spPr>
        <p:txBody>
          <a:bodyPr>
            <a:normAutofit fontScale="62500" lnSpcReduction="20000"/>
          </a:bodyPr>
          <a:lstStyle/>
          <a:p>
            <a:r>
              <a:rPr lang="es-ES" dirty="0"/>
              <a:t>EDIFICACIÓN</a:t>
            </a:r>
          </a:p>
          <a:p>
            <a:pPr lvl="1"/>
            <a:r>
              <a:rPr lang="es-ES" dirty="0"/>
              <a:t>Ley 38/1999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Ordenación de la Edificación (LOE)</a:t>
            </a:r>
          </a:p>
          <a:p>
            <a:pPr lvl="1"/>
            <a:r>
              <a:rPr lang="es-ES" dirty="0"/>
              <a:t>RD 314/2006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Código Técnico de la Edificación (CTE)</a:t>
            </a:r>
          </a:p>
          <a:p>
            <a:r>
              <a:rPr lang="es-ES" dirty="0"/>
              <a:t>SEGURIDAD</a:t>
            </a:r>
          </a:p>
          <a:p>
            <a:pPr lvl="1"/>
            <a:r>
              <a:rPr lang="es-ES" dirty="0"/>
              <a:t>Ley 31/1995 </a:t>
            </a:r>
            <a:r>
              <a:rPr lang="es-ES" dirty="0">
                <a:sym typeface="Wingdings" panose="05000000000000000000" pitchFamily="2" charset="2"/>
              </a:rPr>
              <a:t> Prevención de Riesgos Laborales (PRL)</a:t>
            </a:r>
          </a:p>
          <a:p>
            <a:pPr lvl="1"/>
            <a:r>
              <a:rPr lang="es-ES" dirty="0"/>
              <a:t>RD 513/2017 </a:t>
            </a:r>
            <a:r>
              <a:rPr lang="es-ES" dirty="0">
                <a:sym typeface="Wingdings" panose="05000000000000000000" pitchFamily="2" charset="2"/>
              </a:rPr>
              <a:t> Reglamento de Instalaciones de Protección Contra Incendios (RIPCI)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RD 2267/2004  Reglamento de Seguridad Contra Incendios en los Establecimientos Industriales (RSCIEI)</a:t>
            </a:r>
          </a:p>
          <a:p>
            <a:pPr lvl="2"/>
            <a:r>
              <a:rPr lang="es-ES" dirty="0">
                <a:sym typeface="Wingdings" panose="05000000000000000000" pitchFamily="2" charset="2"/>
              </a:rPr>
              <a:t>RD 145/2023  Modificaciones del RSCIEI</a:t>
            </a:r>
            <a:endParaRPr lang="es-ES" dirty="0"/>
          </a:p>
          <a:p>
            <a:r>
              <a:rPr lang="es-ES" dirty="0"/>
              <a:t>AMBIENTAL	</a:t>
            </a:r>
          </a:p>
          <a:p>
            <a:pPr lvl="1"/>
            <a:r>
              <a:rPr lang="es-ES" dirty="0"/>
              <a:t>Ley 7/2021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Cambio climático y transición energética</a:t>
            </a:r>
          </a:p>
          <a:p>
            <a:pPr lvl="1"/>
            <a:r>
              <a:rPr lang="es-ES" dirty="0"/>
              <a:t>RD 105/2008 </a:t>
            </a:r>
            <a:r>
              <a:rPr lang="es-ES" dirty="0">
                <a:sym typeface="Wingdings" panose="05000000000000000000" pitchFamily="2" charset="2"/>
              </a:rPr>
              <a:t> Residuos de Construcción y Demolición (RCD)</a:t>
            </a:r>
          </a:p>
          <a:p>
            <a:r>
              <a:rPr lang="es-ES" dirty="0"/>
              <a:t>ELÉCTRICA</a:t>
            </a:r>
          </a:p>
          <a:p>
            <a:pPr lvl="1"/>
            <a:r>
              <a:rPr lang="es-ES" dirty="0"/>
              <a:t>RD 842/2002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REBT + </a:t>
            </a:r>
            <a:r>
              <a:rPr lang="es-ES" dirty="0" err="1"/>
              <a:t>ITC’s</a:t>
            </a:r>
            <a:endParaRPr lang="es-ES" dirty="0"/>
          </a:p>
          <a:p>
            <a:pPr lvl="1"/>
            <a:r>
              <a:rPr lang="es-ES" dirty="0"/>
              <a:t>UNE-EN IEC 62446-1 </a:t>
            </a:r>
            <a:r>
              <a:rPr lang="es-ES" dirty="0">
                <a:sym typeface="Wingdings" panose="05000000000000000000" pitchFamily="2" charset="2"/>
              </a:rPr>
              <a:t> Documentación, verificación, puesta en marcha, inspección</a:t>
            </a:r>
            <a:endParaRPr lang="es-ES" dirty="0"/>
          </a:p>
          <a:p>
            <a:pPr lvl="1"/>
            <a:r>
              <a:rPr lang="es-ES" dirty="0"/>
              <a:t>UNE-EN IEC 62116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 err="1">
                <a:sym typeface="Wingdings" panose="05000000000000000000" pitchFamily="2" charset="2"/>
              </a:rPr>
              <a:t>Anti-isla</a:t>
            </a:r>
            <a:endParaRPr lang="es-ES" dirty="0"/>
          </a:p>
          <a:p>
            <a:pPr lvl="1"/>
            <a:r>
              <a:rPr lang="es-ES" dirty="0"/>
              <a:t>UNE-EN IEC 61730-1 y 62109-1 </a:t>
            </a:r>
            <a:r>
              <a:rPr lang="es-ES" dirty="0">
                <a:sym typeface="Wingdings" panose="05000000000000000000" pitchFamily="2" charset="2"/>
              </a:rPr>
              <a:t> Seguridad de módulos e inversores</a:t>
            </a:r>
            <a:endParaRPr lang="es-ES" dirty="0"/>
          </a:p>
          <a:p>
            <a:r>
              <a:rPr lang="es-ES" dirty="0"/>
              <a:t>COMUNIDAD</a:t>
            </a:r>
          </a:p>
          <a:p>
            <a:pPr lvl="1"/>
            <a:r>
              <a:rPr lang="es-ES" dirty="0"/>
              <a:t>Ley de Propiedad Horizontal </a:t>
            </a:r>
            <a:r>
              <a:rPr lang="es-ES" dirty="0">
                <a:sym typeface="Wingdings" panose="05000000000000000000" pitchFamily="2" charset="2"/>
              </a:rPr>
              <a:t> Emplazamiento en uso común a varias empresas</a:t>
            </a:r>
            <a:endParaRPr lang="es-ES" dirty="0"/>
          </a:p>
          <a:p>
            <a:r>
              <a:rPr lang="es-ES" dirty="0"/>
              <a:t>ENERGÍAS RENOVABLES</a:t>
            </a:r>
          </a:p>
          <a:p>
            <a:pPr lvl="1"/>
            <a:r>
              <a:rPr lang="es-ES" dirty="0"/>
              <a:t>Ley 24/2013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Sector eléctrico</a:t>
            </a:r>
          </a:p>
          <a:p>
            <a:pPr lvl="1"/>
            <a:r>
              <a:rPr lang="es-ES" dirty="0"/>
              <a:t>RD 1183/2020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Acceso y conexión</a:t>
            </a:r>
          </a:p>
          <a:p>
            <a:r>
              <a:rPr lang="es-ES" dirty="0"/>
              <a:t>AUTOCONSUMO</a:t>
            </a:r>
          </a:p>
          <a:p>
            <a:pPr lvl="1"/>
            <a:r>
              <a:rPr lang="es-ES" dirty="0"/>
              <a:t>RD 244/2019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Autoconsumo</a:t>
            </a:r>
            <a:endParaRPr lang="es-ES" dirty="0"/>
          </a:p>
          <a:p>
            <a:pPr lvl="1"/>
            <a:endParaRPr lang="es-E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56BBDBB8-109D-61C7-E388-4BEE1301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NORMATIVA APLICABLE</a:t>
            </a:r>
          </a:p>
        </p:txBody>
      </p:sp>
    </p:spTree>
    <p:extLst>
      <p:ext uri="{BB962C8B-B14F-4D97-AF65-F5344CB8AC3E}">
        <p14:creationId xmlns:p14="http://schemas.microsoft.com/office/powerpoint/2010/main" val="368938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936D8EE-B565-652E-E0BA-831412E4C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139154"/>
              </p:ext>
            </p:extLst>
          </p:nvPr>
        </p:nvGraphicFramePr>
        <p:xfrm>
          <a:off x="5459413" y="498475"/>
          <a:ext cx="5713412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353">
                  <a:extLst>
                    <a:ext uri="{9D8B030D-6E8A-4147-A177-3AD203B41FA5}">
                      <a16:colId xmlns:a16="http://schemas.microsoft.com/office/drawing/2014/main" val="2311681958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106636128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1410983170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1797553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CARACTERÍSTICAS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METEONORM 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PVGIS 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NASA-SSE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0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Nº</a:t>
                      </a:r>
                      <a:r>
                        <a:rPr lang="es-ES" sz="1200" dirty="0"/>
                        <a:t> Años con medidas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 dirty="0"/>
                        <a:t>TMY: 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Resolución 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 dirty="0"/>
                        <a:t>Horaria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Mensual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0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Resolución espacial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Puntual (por interpolación espacial)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 dirty="0"/>
                        <a:t>~ 5 km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~ 111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439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Fuente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Estaciones + Satélites (~28%)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 dirty="0"/>
                        <a:t>PVGIS (API) - TMY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Satélite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976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Precisión de los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MBE ≈ 0%</a:t>
                      </a:r>
                    </a:p>
                    <a:p>
                      <a:pPr algn="ctr"/>
                      <a:endParaRPr lang="es-ES" sz="1200" dirty="0"/>
                    </a:p>
                    <a:p>
                      <a:pPr algn="ctr"/>
                      <a:r>
                        <a:rPr lang="es-ES" sz="1200" dirty="0"/>
                        <a:t>RMS ≈ 6,8%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 dirty="0"/>
                        <a:t>MBE ≈ 0,07%</a:t>
                      </a:r>
                    </a:p>
                    <a:p>
                      <a:pPr algn="ctr"/>
                      <a:endParaRPr lang="es-ES" sz="1200" b="1" i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i="0" dirty="0"/>
                        <a:t>RMS ≈ -0,45%</a:t>
                      </a:r>
                    </a:p>
                    <a:p>
                      <a:pPr algn="ctr"/>
                      <a:endParaRPr lang="es-ES" sz="1200" b="1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MBE ≈ −1%</a:t>
                      </a:r>
                    </a:p>
                    <a:p>
                      <a:pPr algn="ctr"/>
                      <a:endParaRPr lang="es-ES" sz="1200" dirty="0"/>
                    </a:p>
                    <a:p>
                      <a:pPr algn="ctr"/>
                      <a:endParaRPr lang="es-ES" sz="1200" dirty="0"/>
                    </a:p>
                    <a:p>
                      <a:pPr algn="ctr"/>
                      <a:r>
                        <a:rPr lang="es-ES" sz="1200" dirty="0"/>
                        <a:t>RMS ≈  14,5%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279007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39B868BE-C3C8-A399-9E12-7F24B01C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RADIACIÓN SOLAR Y CLIMA</a:t>
            </a:r>
          </a:p>
        </p:txBody>
      </p:sp>
    </p:spTree>
    <p:extLst>
      <p:ext uri="{BB962C8B-B14F-4D97-AF65-F5344CB8AC3E}">
        <p14:creationId xmlns:p14="http://schemas.microsoft.com/office/powerpoint/2010/main" val="312991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C191-F599-1CDC-6A70-2D9D8FC1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C8345D8-DDC9-3252-DBDC-9F608CE6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016" y="3946969"/>
            <a:ext cx="6542516" cy="1680616"/>
          </a:xfrm>
        </p:spPr>
        <p:txBody>
          <a:bodyPr/>
          <a:lstStyle/>
          <a:p>
            <a:r>
              <a:rPr lang="es-ES" dirty="0"/>
              <a:t>Temperatura ambiente mínima diurna: -10ºC (20/01/1978)</a:t>
            </a:r>
          </a:p>
          <a:p>
            <a:r>
              <a:rPr lang="es-ES" dirty="0"/>
              <a:t>Temperatura ambiente máxima diurna: 40.0ºC (12/04/1987)</a:t>
            </a:r>
          </a:p>
          <a:p>
            <a:r>
              <a:rPr lang="es-ES" dirty="0"/>
              <a:t>Inclinación óptima: 37-38º (pérdida respecto al óptimo -3%)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484964C-2ADD-AB44-CC32-938EBFD1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RADIACIÓN SOLAR Y CLIMA</a:t>
            </a:r>
          </a:p>
        </p:txBody>
      </p:sp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1317430A-9F4E-437B-033D-FA2B3B70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265" y="510988"/>
            <a:ext cx="7000019" cy="348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9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45F2DE0-1C62-309F-8452-5EC9A4776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4486610"/>
              </p:ext>
            </p:extLst>
          </p:nvPr>
        </p:nvGraphicFramePr>
        <p:xfrm>
          <a:off x="5459413" y="498475"/>
          <a:ext cx="5713412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7537">
                  <a:extLst>
                    <a:ext uri="{9D8B030D-6E8A-4147-A177-3AD203B41FA5}">
                      <a16:colId xmlns:a16="http://schemas.microsoft.com/office/drawing/2014/main" val="1080179015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3931341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Superficie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60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Área total (m</a:t>
                      </a:r>
                      <a:r>
                        <a:rPr lang="es-ES" baseline="30000" dirty="0"/>
                        <a:t>2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29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Orientación (º)</a:t>
                      </a:r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91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Inclinación (º)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05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Características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Cubierta plana de chapa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60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Pérdidas por orientación (%)</a:t>
                      </a:r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93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Pérdidas por inclinación (%)</a:t>
                      </a:r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8,62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97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Pérdidas globales (%)</a:t>
                      </a:r>
                    </a:p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11,4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695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Superficie neta disponible (m</a:t>
                      </a:r>
                      <a:r>
                        <a:rPr lang="es-ES" baseline="30000" dirty="0"/>
                        <a:t>2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450 (0,82)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194601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CE56C285-1729-7351-0009-35F4C512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DE LA SUPERFICIE</a:t>
            </a:r>
          </a:p>
        </p:txBody>
      </p:sp>
    </p:spTree>
    <p:extLst>
      <p:ext uri="{BB962C8B-B14F-4D97-AF65-F5344CB8AC3E}">
        <p14:creationId xmlns:p14="http://schemas.microsoft.com/office/powerpoint/2010/main" val="425799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4F3F-9DC3-DA20-4557-557763A7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D27D283-5153-E83F-5490-B75FA11D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% AUTOCONSUMO: no es un factor limitante</a:t>
            </a:r>
          </a:p>
          <a:p>
            <a:pPr lvl="1"/>
            <a:r>
              <a:rPr lang="es-ES" dirty="0"/>
              <a:t>HVAC de CPD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gran consumo plano 24/7</a:t>
            </a:r>
          </a:p>
          <a:p>
            <a:r>
              <a:rPr lang="es-ES" dirty="0"/>
              <a:t>NORMATIVA: no es un factor limitante </a:t>
            </a:r>
          </a:p>
          <a:p>
            <a:pPr lvl="1"/>
            <a:r>
              <a:rPr lang="es-ES" dirty="0"/>
              <a:t>Edificio existente + reforma no integral</a:t>
            </a:r>
          </a:p>
          <a:p>
            <a:r>
              <a:rPr lang="es-ES" dirty="0"/>
              <a:t>PUNTO CONEXIÓN: no es un factor limitante</a:t>
            </a:r>
          </a:p>
          <a:p>
            <a:pPr lvl="1"/>
            <a:r>
              <a:rPr lang="es-ES" dirty="0"/>
              <a:t>Potencia nominal </a:t>
            </a:r>
            <a:r>
              <a:rPr lang="es-ES" dirty="0">
                <a:latin typeface="Mathcad UniMath" panose="02000503020000020003" pitchFamily="50" charset="0"/>
              </a:rPr>
              <a:t>&gt;</a:t>
            </a:r>
            <a:r>
              <a:rPr lang="es-ES" dirty="0"/>
              <a:t> 100 kW</a:t>
            </a:r>
          </a:p>
          <a:p>
            <a:r>
              <a:rPr lang="es-ES" b="1" dirty="0"/>
              <a:t>SUPERFICIE DISPONIBLE: es un factor limitante </a:t>
            </a:r>
          </a:p>
          <a:p>
            <a:pPr lvl="1"/>
            <a:r>
              <a:rPr lang="es-ES" b="1" dirty="0"/>
              <a:t>Superficie neta disponible: 450 m</a:t>
            </a:r>
            <a:r>
              <a:rPr lang="es-ES" b="1" baseline="30000" dirty="0"/>
              <a:t>2</a:t>
            </a:r>
          </a:p>
          <a:p>
            <a:r>
              <a:rPr lang="es-ES" b="1" dirty="0"/>
              <a:t>CAPACIDAD INVERSIÓN: es un factor limitante</a:t>
            </a:r>
          </a:p>
          <a:p>
            <a:pPr lvl="1"/>
            <a:r>
              <a:rPr lang="es-ES" b="1" dirty="0"/>
              <a:t>Propiedad </a:t>
            </a:r>
            <a:r>
              <a:rPr lang="es-ES" b="1" dirty="0">
                <a:sym typeface="Wingdings" panose="05000000000000000000" pitchFamily="2" charset="2"/>
              </a:rPr>
              <a:t> Proyectos a subasta</a:t>
            </a:r>
            <a:endParaRPr lang="es-ES" b="1" dirty="0"/>
          </a:p>
          <a:p>
            <a:pPr marL="201168" lvl="1" indent="0">
              <a:buNone/>
            </a:pPr>
            <a:endParaRPr lang="es-ES" baseline="300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3640400-066C-805D-016C-4D40A040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POTENCIA DEL CAMPO FOTOVOLTAICO</a:t>
            </a:r>
          </a:p>
        </p:txBody>
      </p:sp>
    </p:spTree>
    <p:extLst>
      <p:ext uri="{BB962C8B-B14F-4D97-AF65-F5344CB8AC3E}">
        <p14:creationId xmlns:p14="http://schemas.microsoft.com/office/powerpoint/2010/main" val="127244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D117-64B4-28A8-6662-9C2120EA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5DD935B-CF1C-AE03-B165-B82C4B2DC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4" y="497808"/>
            <a:ext cx="6059916" cy="4868609"/>
          </a:xfrm>
        </p:spPr>
        <p:txBody>
          <a:bodyPr>
            <a:normAutofit/>
          </a:bodyPr>
          <a:lstStyle/>
          <a:p>
            <a:r>
              <a:rPr lang="es-ES" sz="1800" dirty="0"/>
              <a:t>Propiedad: </a:t>
            </a:r>
            <a:r>
              <a:rPr lang="es-ES" sz="1800" dirty="0">
                <a:solidFill>
                  <a:schemeClr val="tx1"/>
                </a:solidFill>
                <a:highlight>
                  <a:srgbClr val="000000"/>
                </a:highlight>
              </a:rPr>
              <a:t>SIEMENS, S.A</a:t>
            </a:r>
          </a:p>
          <a:p>
            <a:r>
              <a:rPr lang="es-ES" sz="1800" dirty="0"/>
              <a:t>Uso: </a:t>
            </a:r>
            <a:r>
              <a:rPr lang="es-ES" sz="1800" dirty="0">
                <a:solidFill>
                  <a:srgbClr val="0070C0"/>
                </a:solidFill>
              </a:rPr>
              <a:t>Parque Tecnológico</a:t>
            </a:r>
          </a:p>
          <a:p>
            <a:r>
              <a:rPr lang="es-ES" sz="1800" dirty="0"/>
              <a:t>Red: </a:t>
            </a:r>
            <a:r>
              <a:rPr lang="es-ES" sz="1800" dirty="0">
                <a:solidFill>
                  <a:srgbClr val="0070C0"/>
                </a:solidFill>
              </a:rPr>
              <a:t>Trifásica B.T</a:t>
            </a:r>
          </a:p>
          <a:p>
            <a:r>
              <a:rPr lang="es-ES" sz="1800" dirty="0"/>
              <a:t>Distribuidora: </a:t>
            </a:r>
            <a:r>
              <a:rPr lang="es-ES" sz="1800" dirty="0">
                <a:solidFill>
                  <a:srgbClr val="0070C0"/>
                </a:solidFill>
              </a:rPr>
              <a:t>i-DE Redes Eléctricas Inteligentes, S.A.U</a:t>
            </a:r>
          </a:p>
          <a:p>
            <a:r>
              <a:rPr lang="es-ES" sz="1800" dirty="0"/>
              <a:t>Comercializadora: </a:t>
            </a:r>
            <a:r>
              <a:rPr lang="es-ES" sz="1800" dirty="0">
                <a:solidFill>
                  <a:srgbClr val="0070C0"/>
                </a:solidFill>
              </a:rPr>
              <a:t>Acciona Green Energy </a:t>
            </a:r>
            <a:r>
              <a:rPr lang="es-ES" sz="1800" dirty="0" err="1">
                <a:solidFill>
                  <a:srgbClr val="0070C0"/>
                </a:solidFill>
              </a:rPr>
              <a:t>Developments</a:t>
            </a:r>
            <a:r>
              <a:rPr lang="es-ES" sz="1800" dirty="0">
                <a:solidFill>
                  <a:srgbClr val="0070C0"/>
                </a:solidFill>
              </a:rPr>
              <a:t>, S.L.U</a:t>
            </a:r>
          </a:p>
          <a:p>
            <a:r>
              <a:rPr lang="es-ES" sz="1800" dirty="0"/>
              <a:t>Potencia contratada: </a:t>
            </a:r>
            <a:r>
              <a:rPr lang="es-ES" sz="1800" dirty="0">
                <a:solidFill>
                  <a:srgbClr val="0070C0"/>
                </a:solidFill>
              </a:rPr>
              <a:t>2.300 kW (PC1-PC5) y 3300 kW (PC6)</a:t>
            </a:r>
          </a:p>
          <a:p>
            <a:r>
              <a:rPr lang="es-ES" sz="1800" dirty="0"/>
              <a:t>Tipo de tarifa eléctrica: </a:t>
            </a:r>
            <a:r>
              <a:rPr lang="es-ES" sz="1800" dirty="0">
                <a:solidFill>
                  <a:srgbClr val="0070C0"/>
                </a:solidFill>
              </a:rPr>
              <a:t>6.1TD</a:t>
            </a:r>
          </a:p>
          <a:p>
            <a:r>
              <a:rPr lang="es-ES" sz="1800" dirty="0"/>
              <a:t>Períodos de la tarifa: </a:t>
            </a:r>
            <a:r>
              <a:rPr lang="es-ES" sz="1800" dirty="0">
                <a:solidFill>
                  <a:srgbClr val="0070C0"/>
                </a:solidFill>
              </a:rPr>
              <a:t>6 (P1-P6)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DED3908-A06B-6B08-0442-7C21FFAA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CONSUMO DEL EDIFICIO</a:t>
            </a:r>
          </a:p>
        </p:txBody>
      </p:sp>
    </p:spTree>
    <p:extLst>
      <p:ext uri="{BB962C8B-B14F-4D97-AF65-F5344CB8AC3E}">
        <p14:creationId xmlns:p14="http://schemas.microsoft.com/office/powerpoint/2010/main" val="369090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38809-E792-DC9B-3D85-89F111BF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ECC3E51-1245-38FC-F802-A8206C7D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454679"/>
              </p:ext>
            </p:extLst>
          </p:nvPr>
        </p:nvGraphicFramePr>
        <p:xfrm>
          <a:off x="5459413" y="498475"/>
          <a:ext cx="5710238" cy="617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488">
                  <a:extLst>
                    <a:ext uri="{9D8B030D-6E8A-4147-A177-3AD203B41FA5}">
                      <a16:colId xmlns:a16="http://schemas.microsoft.com/office/drawing/2014/main" val="3237111841"/>
                    </a:ext>
                  </a:extLst>
                </a:gridCol>
                <a:gridCol w="1327149">
                  <a:extLst>
                    <a:ext uri="{9D8B030D-6E8A-4147-A177-3AD203B41FA5}">
                      <a16:colId xmlns:a16="http://schemas.microsoft.com/office/drawing/2014/main" val="390475588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737239616"/>
                    </a:ext>
                  </a:extLst>
                </a:gridCol>
                <a:gridCol w="1466851">
                  <a:extLst>
                    <a:ext uri="{9D8B030D-6E8A-4147-A177-3AD203B41FA5}">
                      <a16:colId xmlns:a16="http://schemas.microsoft.com/office/drawing/2014/main" val="2756972521"/>
                    </a:ext>
                  </a:extLst>
                </a:gridCol>
              </a:tblGrid>
              <a:tr h="498412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CARACTERÍSTICA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Sunpower</a:t>
                      </a:r>
                      <a:endParaRPr lang="es-ES" sz="1200" dirty="0"/>
                    </a:p>
                    <a:p>
                      <a:pPr algn="ctr"/>
                      <a:r>
                        <a:rPr lang="es-ES" sz="1200" dirty="0" err="1"/>
                        <a:t>Maxeon</a:t>
                      </a:r>
                      <a:r>
                        <a:rPr lang="es-ES" sz="1200" dirty="0"/>
                        <a:t>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REC Alpha Pure-RX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Jinko</a:t>
                      </a:r>
                      <a:r>
                        <a:rPr lang="es-ES" sz="1200" dirty="0"/>
                        <a:t> Tiger Neo 72HL4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36992"/>
                  </a:ext>
                </a:extLst>
              </a:tr>
              <a:tr h="428917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Potencia Pico STC (</a:t>
                      </a:r>
                      <a:r>
                        <a:rPr lang="es-ES" sz="1200" dirty="0" err="1"/>
                        <a:t>Wp</a:t>
                      </a:r>
                      <a:r>
                        <a:rPr lang="es-E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585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37275"/>
                  </a:ext>
                </a:extLst>
              </a:tr>
              <a:tr h="428917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Tecnología en célula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IBC </a:t>
                      </a:r>
                    </a:p>
                    <a:p>
                      <a:pPr algn="ctr"/>
                      <a:r>
                        <a:rPr lang="es-ES" sz="1200" dirty="0"/>
                        <a:t>(back-</a:t>
                      </a:r>
                      <a:r>
                        <a:rPr lang="es-ES" sz="1200" dirty="0" err="1"/>
                        <a:t>contact</a:t>
                      </a:r>
                      <a:r>
                        <a:rPr lang="es-E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HJT </a:t>
                      </a:r>
                    </a:p>
                    <a:p>
                      <a:pPr algn="ctr"/>
                      <a:r>
                        <a:rPr lang="es-ES" sz="1200" b="1" dirty="0"/>
                        <a:t>(</a:t>
                      </a:r>
                      <a:r>
                        <a:rPr lang="es-ES" sz="1200" b="1" dirty="0" err="1"/>
                        <a:t>heterojunction</a:t>
                      </a:r>
                      <a:r>
                        <a:rPr lang="es-ES" sz="12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TOPCon</a:t>
                      </a:r>
                      <a:r>
                        <a:rPr lang="es-ES" sz="1200" dirty="0"/>
                        <a:t> </a:t>
                      </a:r>
                    </a:p>
                    <a:p>
                      <a:pPr algn="ctr"/>
                      <a:r>
                        <a:rPr lang="es-ES" sz="1200" dirty="0"/>
                        <a:t>(tipo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286757"/>
                  </a:ext>
                </a:extLst>
              </a:tr>
              <a:tr h="69777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Coeficiente de temperatura de la potencia (%/</a:t>
                      </a:r>
                      <a:r>
                        <a:rPr lang="es-ES" sz="1200" dirty="0" err="1"/>
                        <a:t>ºC</a:t>
                      </a:r>
                      <a:r>
                        <a:rPr lang="es-E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-0,29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-0,24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-0,29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901639"/>
                  </a:ext>
                </a:extLst>
              </a:tr>
              <a:tr h="600484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Degradación inducida por la luz LID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472874"/>
                  </a:ext>
                </a:extLst>
              </a:tr>
              <a:tr h="600484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Degradación inducida por potencial PID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Solicitar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0 (Anti-PID)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 (Anti-PID)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174336"/>
                  </a:ext>
                </a:extLst>
              </a:tr>
              <a:tr h="428917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Garantía de potencia (años)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40</a:t>
                      </a:r>
                    </a:p>
                    <a:p>
                      <a:pPr algn="ctr"/>
                      <a:r>
                        <a:rPr lang="es-ES" sz="1200" dirty="0"/>
                        <a:t>(0,25%/año)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25 </a:t>
                      </a:r>
                    </a:p>
                    <a:p>
                      <a:pPr algn="ctr"/>
                      <a:r>
                        <a:rPr lang="es-ES" sz="1200" b="1" dirty="0"/>
                        <a:t>(0,25%/año)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30 </a:t>
                      </a:r>
                    </a:p>
                    <a:p>
                      <a:pPr algn="ctr"/>
                      <a:r>
                        <a:rPr lang="es-ES" sz="1200" dirty="0"/>
                        <a:t>(0,30%/año)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485263"/>
                  </a:ext>
                </a:extLst>
              </a:tr>
              <a:tr h="428917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Garantía de producto (años)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336798"/>
                  </a:ext>
                </a:extLst>
              </a:tr>
              <a:tr h="772051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Características especiales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“</a:t>
                      </a:r>
                      <a:r>
                        <a:rPr lang="es-ES" sz="1200" i="1" dirty="0" err="1"/>
                        <a:t>shade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resilience</a:t>
                      </a:r>
                      <a:r>
                        <a:rPr lang="es-ES" sz="1200" dirty="0"/>
                        <a:t>”, larga garantía y baja degradación 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Coeficiente térmico muy bajo, alta densidad de potencia, sin 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Mejor captación, bifacial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586821"/>
                  </a:ext>
                </a:extLst>
              </a:tr>
              <a:tr h="600484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Posición del fabricante en el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</a:t>
                      </a:r>
                    </a:p>
                    <a:p>
                      <a:pPr algn="ctr"/>
                      <a:r>
                        <a:rPr lang="es-ES" sz="1200" dirty="0"/>
                        <a:t>(</a:t>
                      </a:r>
                      <a:r>
                        <a:rPr lang="es-ES" sz="1200" dirty="0" err="1"/>
                        <a:t>EnergySage</a:t>
                      </a:r>
                      <a:r>
                        <a:rPr lang="es-E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1</a:t>
                      </a:r>
                    </a:p>
                    <a:p>
                      <a:pPr algn="ctr"/>
                      <a:r>
                        <a:rPr lang="es-ES" sz="1200" b="1" dirty="0" err="1"/>
                        <a:t>CleanEnergy</a:t>
                      </a:r>
                      <a:endParaRPr lang="es-ES" sz="1200" b="1" dirty="0"/>
                    </a:p>
                    <a:p>
                      <a:pPr algn="ctr"/>
                      <a:r>
                        <a:rPr lang="es-ES" sz="1200" b="1" dirty="0" err="1"/>
                        <a:t>Reviews</a:t>
                      </a:r>
                      <a:endParaRPr lang="es-E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7</a:t>
                      </a:r>
                    </a:p>
                    <a:p>
                      <a:pPr algn="ctr"/>
                      <a:r>
                        <a:rPr lang="es-ES" sz="1200" dirty="0" err="1"/>
                        <a:t>CleanEnergy</a:t>
                      </a:r>
                      <a:endParaRPr lang="es-ES" sz="1200" dirty="0"/>
                    </a:p>
                    <a:p>
                      <a:pPr algn="ctr"/>
                      <a:r>
                        <a:rPr lang="es-ES" sz="1200" dirty="0" err="1"/>
                        <a:t>Reviews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68473"/>
                  </a:ext>
                </a:extLst>
              </a:tr>
              <a:tr h="404268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Precio (€/</a:t>
                      </a:r>
                      <a:r>
                        <a:rPr lang="es-ES" sz="1200" dirty="0" err="1"/>
                        <a:t>Wp</a:t>
                      </a:r>
                      <a:r>
                        <a:rPr lang="es-ES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0,85-1,1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0,45-0,6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0,15-0,25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085859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4E3CA2AC-CF84-FD79-4CF5-D2997FEF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SELECCIÓN DEL MÓDULO</a:t>
            </a:r>
          </a:p>
        </p:txBody>
      </p:sp>
    </p:spTree>
    <p:extLst>
      <p:ext uri="{BB962C8B-B14F-4D97-AF65-F5344CB8AC3E}">
        <p14:creationId xmlns:p14="http://schemas.microsoft.com/office/powerpoint/2010/main" val="298951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0F32671-4C4D-AF07-D890-46A46870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 ALPHA PURE-RX</a:t>
            </a:r>
          </a:p>
        </p:txBody>
      </p:sp>
      <p:pic>
        <p:nvPicPr>
          <p:cNvPr id="7" name="Marcador de contenido 6" descr="Diagrama&#10;&#10;El contenido generado por IA puede ser incorrecto.">
            <a:extLst>
              <a:ext uri="{FF2B5EF4-FFF2-40B4-BE49-F238E27FC236}">
                <a16:creationId xmlns:a16="http://schemas.microsoft.com/office/drawing/2014/main" id="{C74DA1F1-5D14-5AB1-FD3F-171A2DBFC1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3" y="2161004"/>
            <a:ext cx="4640262" cy="3667880"/>
          </a:xfrm>
          <a:prstGeom prst="rect">
            <a:avLst/>
          </a:prstGeom>
        </p:spPr>
      </p:pic>
      <p:pic>
        <p:nvPicPr>
          <p:cNvPr id="9" name="Marcador de contenido 8" descr="Diagrama&#10;&#10;El contenido generado por IA puede ser incorrecto.">
            <a:extLst>
              <a:ext uri="{FF2B5EF4-FFF2-40B4-BE49-F238E27FC236}">
                <a16:creationId xmlns:a16="http://schemas.microsoft.com/office/drawing/2014/main" id="{2AD8AA0A-3E39-B4AB-36BE-3048BB9486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6688" y="2491615"/>
            <a:ext cx="4638675" cy="300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20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83D73-9263-589C-0033-ECCAA0AB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021CC25-5709-9ECB-907B-BA5224EE2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840283"/>
              </p:ext>
            </p:extLst>
          </p:nvPr>
        </p:nvGraphicFramePr>
        <p:xfrm>
          <a:off x="5459413" y="498475"/>
          <a:ext cx="5713412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353">
                  <a:extLst>
                    <a:ext uri="{9D8B030D-6E8A-4147-A177-3AD203B41FA5}">
                      <a16:colId xmlns:a16="http://schemas.microsoft.com/office/drawing/2014/main" val="597285971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1521189110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3508245187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2355695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CARACTERÍSTICA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Huawei SUN2000-100TKL-M2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Sungrow</a:t>
                      </a:r>
                      <a:r>
                        <a:rPr lang="es-ES" sz="1200" dirty="0"/>
                        <a:t> </a:t>
                      </a:r>
                    </a:p>
                    <a:p>
                      <a:pPr algn="ctr"/>
                      <a:r>
                        <a:rPr lang="es-ES" sz="1200" dirty="0"/>
                        <a:t>SG110CX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SMA </a:t>
                      </a:r>
                      <a:r>
                        <a:rPr lang="es-ES" sz="1200" dirty="0" err="1"/>
                        <a:t>Sunny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Tripower</a:t>
                      </a:r>
                      <a:r>
                        <a:rPr lang="es-ES" sz="1200" dirty="0"/>
                        <a:t> </a:t>
                      </a:r>
                    </a:p>
                    <a:p>
                      <a:pPr algn="ctr"/>
                      <a:r>
                        <a:rPr lang="es-ES" sz="1200" dirty="0"/>
                        <a:t>CORE2 STP110-60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90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 err="1"/>
                        <a:t>String</a:t>
                      </a:r>
                      <a:r>
                        <a:rPr lang="es-ES" sz="1200" b="1" dirty="0"/>
                        <a:t> 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String</a:t>
                      </a:r>
                      <a:r>
                        <a:rPr lang="es-ES" sz="1200" dirty="0"/>
                        <a:t> 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 err="1"/>
                        <a:t>String</a:t>
                      </a:r>
                      <a:r>
                        <a:rPr lang="es-ES" sz="1200" dirty="0"/>
                        <a:t> 3F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14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Tecnología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Estándar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55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Potencia nominal AC 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27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Eficiencia máxima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98,8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98,7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98,6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05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MPPT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67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Intervalo DC seguimiento máxima potencia (V-V)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200-1000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500-800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85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Intensidad máxima DC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29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Índice de protección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IP66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IP66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IP66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31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Precio (€/W)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0,0489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0,0426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0,0402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448280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0F793DF8-FFFD-B907-86DB-FB23CD11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SELECCIÓN DEL INVERSOR</a:t>
            </a:r>
          </a:p>
        </p:txBody>
      </p:sp>
    </p:spTree>
    <p:extLst>
      <p:ext uri="{BB962C8B-B14F-4D97-AF65-F5344CB8AC3E}">
        <p14:creationId xmlns:p14="http://schemas.microsoft.com/office/powerpoint/2010/main" val="3196122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13DA390-3DCD-8928-8FC7-25257004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HUAWEI SUN2000-100TKL-M2</a:t>
            </a:r>
          </a:p>
        </p:txBody>
      </p:sp>
      <p:pic>
        <p:nvPicPr>
          <p:cNvPr id="10" name="Marcador de contenido 9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D1614A47-EAD0-3C6E-2C67-B8417006BF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397310" y="2120900"/>
            <a:ext cx="4039567" cy="3748088"/>
          </a:xfrm>
          <a:prstGeom prst="rect">
            <a:avLst/>
          </a:prstGeom>
        </p:spPr>
      </p:pic>
      <p:pic>
        <p:nvPicPr>
          <p:cNvPr id="16" name="Marcador de contenido 1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1B0F374-6B4A-6EEE-BF9D-5984E7677B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541932" y="2608729"/>
            <a:ext cx="6486782" cy="27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23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8A8EE9F-29A6-DF6A-0B6F-863B09F67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4806556" y="518414"/>
            <a:ext cx="7208393" cy="4343055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E66204AC-F9DB-8382-1807-D777DDFC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ASOCIACIÓN DE MÓDULOS</a:t>
            </a:r>
          </a:p>
        </p:txBody>
      </p:sp>
    </p:spTree>
    <p:extLst>
      <p:ext uri="{BB962C8B-B14F-4D97-AF65-F5344CB8AC3E}">
        <p14:creationId xmlns:p14="http://schemas.microsoft.com/office/powerpoint/2010/main" val="3803662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161F-75D0-6A32-F125-C425DA11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C48FEC8-29C5-6262-71A6-008ACB30A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4739" y="498475"/>
            <a:ext cx="5716429" cy="5734237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6C22CC21-D41C-FF8B-FC16-E172C35C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AJUSTE DEL INVERSOR</a:t>
            </a:r>
          </a:p>
        </p:txBody>
      </p:sp>
    </p:spTree>
    <p:extLst>
      <p:ext uri="{BB962C8B-B14F-4D97-AF65-F5344CB8AC3E}">
        <p14:creationId xmlns:p14="http://schemas.microsoft.com/office/powerpoint/2010/main" val="193732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96D6-3BE7-2B5B-F581-9E613112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F2A6614-57CE-FEFE-AB7B-F890B3344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5426742"/>
          </a:xfrm>
        </p:spPr>
        <p:txBody>
          <a:bodyPr>
            <a:normAutofit/>
          </a:bodyPr>
          <a:lstStyle/>
          <a:p>
            <a:r>
              <a:rPr lang="es-ES" dirty="0"/>
              <a:t>Identificación del edificio o parcela: </a:t>
            </a:r>
            <a:r>
              <a:rPr lang="es-ES" dirty="0">
                <a:solidFill>
                  <a:schemeClr val="tx1"/>
                </a:solidFill>
                <a:highlight>
                  <a:srgbClr val="000000"/>
                </a:highlight>
              </a:rPr>
              <a:t>RD Europa, 3</a:t>
            </a:r>
          </a:p>
          <a:p>
            <a:r>
              <a:rPr lang="es-ES" dirty="0"/>
              <a:t>Potencia fotovoltaica: </a:t>
            </a:r>
            <a:r>
              <a:rPr lang="es-ES" dirty="0">
                <a:solidFill>
                  <a:srgbClr val="0070C0"/>
                </a:solidFill>
              </a:rPr>
              <a:t>102 </a:t>
            </a:r>
            <a:r>
              <a:rPr lang="es-ES" dirty="0" err="1">
                <a:solidFill>
                  <a:srgbClr val="0070C0"/>
                </a:solidFill>
              </a:rPr>
              <a:t>kWp</a:t>
            </a:r>
            <a:endParaRPr lang="es-ES" dirty="0">
              <a:solidFill>
                <a:srgbClr val="0070C0"/>
              </a:solidFill>
            </a:endParaRPr>
          </a:p>
          <a:p>
            <a:r>
              <a:rPr lang="es-ES" dirty="0"/>
              <a:t>Asociación de módulos Np x Ns: </a:t>
            </a:r>
            <a:r>
              <a:rPr lang="es-ES" dirty="0">
                <a:solidFill>
                  <a:srgbClr val="0070C0"/>
                </a:solidFill>
              </a:rPr>
              <a:t>18 x 12</a:t>
            </a:r>
          </a:p>
          <a:p>
            <a:r>
              <a:rPr lang="es-ES" dirty="0"/>
              <a:t>Potencia de inversores: </a:t>
            </a:r>
            <a:r>
              <a:rPr lang="es-ES" dirty="0">
                <a:solidFill>
                  <a:srgbClr val="0070C0"/>
                </a:solidFill>
              </a:rPr>
              <a:t>90 </a:t>
            </a:r>
            <a:r>
              <a:rPr lang="es-ES" dirty="0" err="1">
                <a:solidFill>
                  <a:srgbClr val="0070C0"/>
                </a:solidFill>
              </a:rPr>
              <a:t>kWac</a:t>
            </a:r>
            <a:endParaRPr lang="es-ES" dirty="0">
              <a:solidFill>
                <a:srgbClr val="0070C0"/>
              </a:solidFill>
            </a:endParaRPr>
          </a:p>
          <a:p>
            <a:r>
              <a:rPr lang="es-ES" dirty="0"/>
              <a:t>Ratio potencia DC/AC: </a:t>
            </a:r>
            <a:r>
              <a:rPr lang="es-ES" dirty="0">
                <a:solidFill>
                  <a:srgbClr val="0070C0"/>
                </a:solidFill>
              </a:rPr>
              <a:t>1.13</a:t>
            </a:r>
          </a:p>
          <a:p>
            <a:r>
              <a:rPr lang="es-ES" dirty="0"/>
              <a:t>Pérdidas por sombreado: </a:t>
            </a:r>
            <a:r>
              <a:rPr lang="es-ES" dirty="0">
                <a:solidFill>
                  <a:srgbClr val="0070C0"/>
                </a:solidFill>
              </a:rPr>
              <a:t>3,9%</a:t>
            </a:r>
          </a:p>
          <a:p>
            <a:r>
              <a:rPr lang="es-ES" dirty="0"/>
              <a:t>Pérdidas por orientación e inclinación: </a:t>
            </a:r>
            <a:r>
              <a:rPr lang="es-ES" dirty="0">
                <a:solidFill>
                  <a:srgbClr val="0070C0"/>
                </a:solidFill>
              </a:rPr>
              <a:t>11,4%</a:t>
            </a:r>
          </a:p>
          <a:p>
            <a:r>
              <a:rPr lang="es-ES" dirty="0"/>
              <a:t>Tipo de autoconsumo: </a:t>
            </a:r>
            <a:r>
              <a:rPr lang="es-ES" dirty="0">
                <a:solidFill>
                  <a:srgbClr val="0070C0"/>
                </a:solidFill>
              </a:rPr>
              <a:t>Sin excedentes</a:t>
            </a:r>
          </a:p>
          <a:p>
            <a:r>
              <a:rPr lang="es-ES" dirty="0"/>
              <a:t>Área ocupada: </a:t>
            </a:r>
            <a:r>
              <a:rPr lang="es-ES" dirty="0">
                <a:solidFill>
                  <a:srgbClr val="0070C0"/>
                </a:solidFill>
              </a:rPr>
              <a:t>450 m2</a:t>
            </a:r>
          </a:p>
          <a:p>
            <a:r>
              <a:rPr lang="es-ES" dirty="0"/>
              <a:t>Ubicación del inversor: </a:t>
            </a:r>
            <a:r>
              <a:rPr lang="es-ES" dirty="0">
                <a:solidFill>
                  <a:srgbClr val="0070C0"/>
                </a:solidFill>
              </a:rPr>
              <a:t>Cubierta</a:t>
            </a:r>
          </a:p>
          <a:p>
            <a:r>
              <a:rPr lang="es-ES" dirty="0"/>
              <a:t>Punto de conexión: </a:t>
            </a:r>
            <a:r>
              <a:rPr lang="es-ES" dirty="0">
                <a:solidFill>
                  <a:srgbClr val="0070C0"/>
                </a:solidFill>
              </a:rPr>
              <a:t>CGBT con sistema </a:t>
            </a:r>
            <a:r>
              <a:rPr lang="es-ES" dirty="0" err="1">
                <a:solidFill>
                  <a:srgbClr val="0070C0"/>
                </a:solidFill>
              </a:rPr>
              <a:t>antivertido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7BAB23-3FDB-37C4-8F7D-D6EDCFA8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885125"/>
            <a:ext cx="3479800" cy="2093975"/>
          </a:xfrm>
        </p:spPr>
        <p:txBody>
          <a:bodyPr>
            <a:normAutofit/>
          </a:bodyPr>
          <a:lstStyle/>
          <a:p>
            <a:r>
              <a:rPr lang="es-ES" sz="3200" dirty="0"/>
              <a:t>CARACTERÍSTICAS DEL </a:t>
            </a:r>
            <a:br>
              <a:rPr lang="es-ES" sz="3200" dirty="0"/>
            </a:br>
            <a:r>
              <a:rPr lang="es-ES" sz="3200" dirty="0"/>
              <a:t>SISTEMA FV</a:t>
            </a:r>
          </a:p>
        </p:txBody>
      </p:sp>
    </p:spTree>
    <p:extLst>
      <p:ext uri="{BB962C8B-B14F-4D97-AF65-F5344CB8AC3E}">
        <p14:creationId xmlns:p14="http://schemas.microsoft.com/office/powerpoint/2010/main" val="3891638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AA17-9C96-F550-92BC-66EA53A9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8387D003-48BF-A59A-4FE6-40786C50DB7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22830" t="-3708" r="-18469" b="-5590"/>
          <a:stretch>
            <a:fillRect/>
          </a:stretch>
        </p:blipFill>
        <p:spPr>
          <a:xfrm>
            <a:off x="15" y="0"/>
            <a:ext cx="12191985" cy="457835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3C9E844-3A50-1507-49F7-940A6966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PUNTO DE CONEXIÓN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31F666-1003-678D-A4E7-9053A6A0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6756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88FBC1-3F0D-1558-4BF9-4D15ACFE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RENUSOL FS Pro 10-S IFP</a:t>
            </a:r>
          </a:p>
        </p:txBody>
      </p:sp>
      <p:pic>
        <p:nvPicPr>
          <p:cNvPr id="7" name="Marcador de contenido 6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051516FF-510F-24FF-9FD2-398F0327C6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2630" y="2236565"/>
            <a:ext cx="5477169" cy="3050626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16FDCE9-E176-7B44-2320-C0E9C717B4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Superficie de empleo: </a:t>
            </a:r>
            <a:r>
              <a:rPr lang="es-ES" dirty="0">
                <a:solidFill>
                  <a:srgbClr val="0070C0"/>
                </a:solidFill>
              </a:rPr>
              <a:t>Cubierta plana de chapa </a:t>
            </a:r>
            <a:r>
              <a:rPr lang="es-ES" dirty="0" err="1">
                <a:solidFill>
                  <a:srgbClr val="0070C0"/>
                </a:solidFill>
              </a:rPr>
              <a:t>perforable</a:t>
            </a:r>
            <a:r>
              <a:rPr lang="es-ES" dirty="0">
                <a:solidFill>
                  <a:srgbClr val="0070C0"/>
                </a:solidFill>
              </a:rPr>
              <a:t> </a:t>
            </a:r>
            <a:endParaRPr lang="es-ES" dirty="0"/>
          </a:p>
          <a:p>
            <a:r>
              <a:rPr lang="es-ES" dirty="0"/>
              <a:t>Fijación: </a:t>
            </a:r>
            <a:r>
              <a:rPr lang="es-ES" dirty="0">
                <a:solidFill>
                  <a:srgbClr val="0070C0"/>
                </a:solidFill>
              </a:rPr>
              <a:t>Fijación mecánica al tejado + sellado de estanqueidad</a:t>
            </a:r>
          </a:p>
          <a:p>
            <a:r>
              <a:rPr lang="es-ES" dirty="0"/>
              <a:t>Soporte de cumbrera: </a:t>
            </a:r>
            <a:r>
              <a:rPr lang="es-ES" dirty="0">
                <a:solidFill>
                  <a:srgbClr val="0070C0"/>
                </a:solidFill>
              </a:rPr>
              <a:t>F (1190-1230 mm)</a:t>
            </a:r>
          </a:p>
          <a:p>
            <a:r>
              <a:rPr lang="es-ES" dirty="0"/>
              <a:t>Criterio de dimensionado: </a:t>
            </a:r>
            <a:r>
              <a:rPr lang="es-ES" dirty="0">
                <a:solidFill>
                  <a:srgbClr val="0070C0"/>
                </a:solidFill>
              </a:rPr>
              <a:t>Comprobación de cargas viento/nieve según CTE</a:t>
            </a:r>
          </a:p>
        </p:txBody>
      </p:sp>
    </p:spTree>
    <p:extLst>
      <p:ext uri="{BB962C8B-B14F-4D97-AF65-F5344CB8AC3E}">
        <p14:creationId xmlns:p14="http://schemas.microsoft.com/office/powerpoint/2010/main" val="2201351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988AD-CB69-270E-FFBC-91040F21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9F335F4-A5E0-2FFB-7CDB-FEEFEDF5C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876229"/>
              </p:ext>
            </p:extLst>
          </p:nvPr>
        </p:nvGraphicFramePr>
        <p:xfrm>
          <a:off x="5459413" y="498475"/>
          <a:ext cx="5713410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837">
                  <a:extLst>
                    <a:ext uri="{9D8B030D-6E8A-4147-A177-3AD203B41FA5}">
                      <a16:colId xmlns:a16="http://schemas.microsoft.com/office/drawing/2014/main" val="3203992845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1577169360"/>
                    </a:ext>
                  </a:extLst>
                </a:gridCol>
                <a:gridCol w="1711323">
                  <a:extLst>
                    <a:ext uri="{9D8B030D-6E8A-4147-A177-3AD203B41FA5}">
                      <a16:colId xmlns:a16="http://schemas.microsoft.com/office/drawing/2014/main" val="2504769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HIPÓTESIS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FUENTE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4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térmicas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Modelo térmico </a:t>
                      </a:r>
                      <a:r>
                        <a:rPr lang="es-ES" sz="1200" dirty="0" err="1"/>
                        <a:t>PVSyst</a:t>
                      </a:r>
                      <a:r>
                        <a:rPr lang="es-ES" sz="1200" dirty="0"/>
                        <a:t> (4,50%)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/>
                        <a:t>Array </a:t>
                      </a:r>
                      <a:r>
                        <a:rPr lang="es-ES" sz="1200" i="1" dirty="0" err="1"/>
                        <a:t>losses</a:t>
                      </a:r>
                      <a:endParaRPr lang="es-ES" sz="1200" dirty="0"/>
                    </a:p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55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eléctricas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 cableado DC (1,00%)</a:t>
                      </a:r>
                    </a:p>
                    <a:p>
                      <a:pPr algn="ctr"/>
                      <a:r>
                        <a:rPr lang="es-ES" sz="1200" dirty="0"/>
                        <a:t>Pérdida del inversor (1,50%)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i="1" dirty="0"/>
                        <a:t>Array </a:t>
                      </a:r>
                      <a:r>
                        <a:rPr lang="es-ES" sz="1200" i="1" dirty="0" err="1"/>
                        <a:t>losses</a:t>
                      </a:r>
                      <a:endParaRPr lang="es-ES" sz="1200" i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30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por tolerancia de la potencia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 calidad del módulo (0,53%)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/>
                        <a:t>Module </a:t>
                      </a:r>
                      <a:r>
                        <a:rPr lang="es-ES" sz="1200" i="1" dirty="0" err="1"/>
                        <a:t>Quality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Loss</a:t>
                      </a:r>
                      <a:endParaRPr lang="es-ES" sz="1200" i="1" dirty="0"/>
                    </a:p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Fraction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4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por degradación de potencia inducida por la luz 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LID (0,0%)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Pérdidas por degradación de potencia inducida por potencial 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PID (0,0%)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75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Pérdidas por dispersión de parámetros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Dispersión de módulos (2,00%)</a:t>
                      </a:r>
                    </a:p>
                    <a:p>
                      <a:pPr algn="ctr"/>
                      <a:r>
                        <a:rPr lang="es-ES" sz="1200" dirty="0"/>
                        <a:t>Dispersión de </a:t>
                      </a:r>
                      <a:r>
                        <a:rPr lang="es-ES" sz="1200" dirty="0" err="1"/>
                        <a:t>strings</a:t>
                      </a:r>
                      <a:r>
                        <a:rPr lang="es-ES" sz="1200" dirty="0"/>
                        <a:t> (0,05%)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/>
                        <a:t>Module </a:t>
                      </a:r>
                      <a:r>
                        <a:rPr lang="es-ES" sz="1200" i="1" dirty="0" err="1"/>
                        <a:t>mismatch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losses</a:t>
                      </a:r>
                      <a:endParaRPr lang="es-ES" sz="1200" i="1" dirty="0"/>
                    </a:p>
                    <a:p>
                      <a:pPr algn="ctr"/>
                      <a:r>
                        <a:rPr lang="es-ES" sz="1200" i="1" dirty="0" err="1"/>
                        <a:t>Strings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mismatch</a:t>
                      </a:r>
                      <a:endParaRPr lang="es-ES" sz="1200" i="1" dirty="0"/>
                    </a:p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51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por suciedad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Suciedad (1%)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7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por ángulo de incidencia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IAM (1.9%)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/>
                        <a:t>Array </a:t>
                      </a:r>
                      <a:r>
                        <a:rPr lang="es-ES" sz="1200" i="1" dirty="0" err="1"/>
                        <a:t>losses</a:t>
                      </a:r>
                      <a:endParaRPr lang="es-ES" sz="1200" i="1" dirty="0"/>
                    </a:p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57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Pérdidas por indisponibilidad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Disponibilidad/indisponibilidad (0,5%)</a:t>
                      </a:r>
                    </a:p>
                    <a:p>
                      <a:pPr algn="ctr"/>
                      <a:r>
                        <a:rPr lang="es-ES" sz="1200" dirty="0"/>
                        <a:t>Consumo nocturno (0,0%)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i="1" dirty="0" err="1"/>
                        <a:t>Loss</a:t>
                      </a:r>
                      <a:r>
                        <a:rPr lang="es-ES" sz="1200" i="1" dirty="0"/>
                        <a:t> </a:t>
                      </a:r>
                      <a:r>
                        <a:rPr lang="es-ES" sz="1200" i="1" dirty="0" err="1"/>
                        <a:t>diagram</a:t>
                      </a:r>
                      <a:endParaRPr lang="es-E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047698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FAF613F8-DA44-8448-B0AA-5D603930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DE PÉRDIDAS</a:t>
            </a:r>
          </a:p>
        </p:txBody>
      </p:sp>
    </p:spTree>
    <p:extLst>
      <p:ext uri="{BB962C8B-B14F-4D97-AF65-F5344CB8AC3E}">
        <p14:creationId xmlns:p14="http://schemas.microsoft.com/office/powerpoint/2010/main" val="3017775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1103-530E-C5C8-28E3-98BFC9E2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18989AA-DEB4-E0C0-817F-C5AB2FBB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PERFIL DEL HORIZONTE</a:t>
            </a:r>
          </a:p>
        </p:txBody>
      </p:sp>
      <p:pic>
        <p:nvPicPr>
          <p:cNvPr id="7" name="Marcador de posición de 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94503619-7EB8-6A3A-7F6A-1A154F3ADB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03288" y="2120900"/>
            <a:ext cx="4372769" cy="3748088"/>
          </a:xfrm>
          <a:prstGeom prst="rect">
            <a:avLst/>
          </a:prstGeom>
          <a:solidFill>
            <a:prstClr val="white"/>
          </a:solidFill>
        </p:spPr>
      </p:pic>
      <p:pic>
        <p:nvPicPr>
          <p:cNvPr id="8" name="Marcador de contenido 7" descr="Gráfico&#10;&#10;El contenido generado por IA puede ser incorrecto.">
            <a:extLst>
              <a:ext uri="{FF2B5EF4-FFF2-40B4-BE49-F238E27FC236}">
                <a16:creationId xmlns:a16="http://schemas.microsoft.com/office/drawing/2014/main" id="{E0968D82-7FBF-7AEE-FE1F-B923D39045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6688" y="2548629"/>
            <a:ext cx="4638675" cy="28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19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2558716-7CD8-CBF9-F02C-10A7BC16E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SITUACIÓN 3D</a:t>
            </a:r>
            <a:br>
              <a:rPr lang="es-ES" dirty="0"/>
            </a:br>
            <a:r>
              <a:rPr lang="es-ES" dirty="0"/>
              <a:t>EDIFICIO SISTEMA FV</a:t>
            </a:r>
          </a:p>
        </p:txBody>
      </p:sp>
      <p:pic>
        <p:nvPicPr>
          <p:cNvPr id="9" name="Marcador de contenido 8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BEBA8D9E-7D37-1A05-6CA5-035C20D1C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3743" y="529401"/>
            <a:ext cx="7244479" cy="407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04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94A925D-D2E5-08DF-EE06-CBB7A613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SANKEY</a:t>
            </a:r>
          </a:p>
        </p:txBody>
      </p:sp>
      <p:pic>
        <p:nvPicPr>
          <p:cNvPr id="7" name="Marcador de contenido 6" descr="Tabla&#10;&#10;El contenido generado por IA puede ser incorrecto.">
            <a:extLst>
              <a:ext uri="{FF2B5EF4-FFF2-40B4-BE49-F238E27FC236}">
                <a16:creationId xmlns:a16="http://schemas.microsoft.com/office/drawing/2014/main" id="{AC7ECB7D-1CA0-8FF7-9F4F-E1F9B65FF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319" y="498474"/>
            <a:ext cx="5205045" cy="6250235"/>
          </a:xfrm>
        </p:spPr>
      </p:pic>
    </p:spTree>
    <p:extLst>
      <p:ext uri="{BB962C8B-B14F-4D97-AF65-F5344CB8AC3E}">
        <p14:creationId xmlns:p14="http://schemas.microsoft.com/office/powerpoint/2010/main" val="3591037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9453F48-7577-BA49-D90D-8454AAAFB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826037"/>
              </p:ext>
            </p:extLst>
          </p:nvPr>
        </p:nvGraphicFramePr>
        <p:xfrm>
          <a:off x="5459413" y="3190875"/>
          <a:ext cx="586263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681">
                  <a:extLst>
                    <a:ext uri="{9D8B030D-6E8A-4147-A177-3AD203B41FA5}">
                      <a16:colId xmlns:a16="http://schemas.microsoft.com/office/drawing/2014/main" val="3607692032"/>
                    </a:ext>
                  </a:extLst>
                </a:gridCol>
                <a:gridCol w="3413481">
                  <a:extLst>
                    <a:ext uri="{9D8B030D-6E8A-4147-A177-3AD203B41FA5}">
                      <a16:colId xmlns:a16="http://schemas.microsoft.com/office/drawing/2014/main" val="763469938"/>
                    </a:ext>
                  </a:extLst>
                </a:gridCol>
                <a:gridCol w="848475">
                  <a:extLst>
                    <a:ext uri="{9D8B030D-6E8A-4147-A177-3AD203B41FA5}">
                      <a16:colId xmlns:a16="http://schemas.microsoft.com/office/drawing/2014/main" val="2172242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Nomenclaturas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Energía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57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PV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Produced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 Energy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Energía generada por el sistema fotovoltaico (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MWh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166,55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E_solar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u="none" dirty="0">
                          <a:solidFill>
                            <a:schemeClr val="tx1"/>
                          </a:solidFill>
                          <a:latin typeface="+mn-lt"/>
                        </a:rPr>
                        <a:t>Energía fotovoltaica </a:t>
                      </a:r>
                      <a:r>
                        <a:rPr lang="es-ES_tradnl" sz="120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autoconsumida</a:t>
                      </a:r>
                      <a:r>
                        <a:rPr lang="es-ES_tradnl" sz="1200" u="none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MWh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es-ES_tradnl" sz="120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166,5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44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TUN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Energía inyectada en la red de distribución (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MWh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3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FUN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EFrGrid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Energía consumida de la red de distribución (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MWh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1093,4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211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L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 / Used Energy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Energía consumida por el usuario (</a:t>
                      </a:r>
                      <a:r>
                        <a:rPr lang="es-ES_tradnl" sz="1200" b="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MWh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1259,99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07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E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NUN</a:t>
                      </a: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u="none" dirty="0">
                          <a:solidFill>
                            <a:schemeClr val="tx1"/>
                          </a:solidFill>
                          <a:latin typeface="+mn-lt"/>
                        </a:rPr>
                        <a:t>Energía neta aportada por la red</a:t>
                      </a:r>
                      <a:r>
                        <a:rPr lang="es-ES" sz="1200" u="none" dirty="0">
                          <a:solidFill>
                            <a:schemeClr val="tx1"/>
                          </a:solidFill>
                          <a:latin typeface="+mn-lt"/>
                        </a:rPr>
                        <a:t> (</a:t>
                      </a:r>
                      <a:r>
                        <a:rPr lang="es-ES" sz="1200" u="none" dirty="0" err="1">
                          <a:solidFill>
                            <a:schemeClr val="tx1"/>
                          </a:solidFill>
                          <a:latin typeface="+mn-lt"/>
                        </a:rPr>
                        <a:t>MWh</a:t>
                      </a:r>
                      <a:r>
                        <a:rPr lang="es-ES" sz="1200" u="none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es-ES_tradnl" sz="1200" u="non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1093,4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714987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1B350793-58B3-D5DE-F665-573389DA1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ENERGÉTICO</a:t>
            </a: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39CE7888-1585-ECD6-B570-F78D4028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795" y="562390"/>
            <a:ext cx="6776132" cy="261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07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891D53C-22E1-D8FE-B070-803CA5652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046779"/>
              </p:ext>
            </p:extLst>
          </p:nvPr>
        </p:nvGraphicFramePr>
        <p:xfrm>
          <a:off x="5459413" y="498475"/>
          <a:ext cx="5713412" cy="440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687">
                  <a:extLst>
                    <a:ext uri="{9D8B030D-6E8A-4147-A177-3AD203B41FA5}">
                      <a16:colId xmlns:a16="http://schemas.microsoft.com/office/drawing/2014/main" val="1665398430"/>
                    </a:ext>
                  </a:extLst>
                </a:gridCol>
                <a:gridCol w="912019">
                  <a:extLst>
                    <a:ext uri="{9D8B030D-6E8A-4147-A177-3AD203B41FA5}">
                      <a16:colId xmlns:a16="http://schemas.microsoft.com/office/drawing/2014/main" val="3124508394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1707655181"/>
                    </a:ext>
                  </a:extLst>
                </a:gridCol>
                <a:gridCol w="1428353">
                  <a:extLst>
                    <a:ext uri="{9D8B030D-6E8A-4147-A177-3AD203B41FA5}">
                      <a16:colId xmlns:a16="http://schemas.microsoft.com/office/drawing/2014/main" val="219266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Parámetro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Símbolo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Unidades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79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Irradiación global (sobre el generador fotovoltaico)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s-ES" sz="12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1937,60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kWh/m</a:t>
                      </a:r>
                      <a:r>
                        <a:rPr kumimoji="0" lang="es-ES" sz="1200" b="0" i="0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54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Índice de productividad del generador fotovoltaico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s-ES" sz="12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1668,72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kWh/</a:t>
                      </a:r>
                      <a:r>
                        <a:rPr kumimoji="0" lang="es-E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kWp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807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Índice de productividad final del sistema fotovoltaico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Y</a:t>
                      </a:r>
                      <a:r>
                        <a:rPr kumimoji="0" lang="es-ES" sz="12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F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1640,98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kWh/</a:t>
                      </a:r>
                      <a:r>
                        <a:rPr kumimoji="0" lang="es-E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kWp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31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Rendimiento (Performance Ratio)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84,67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%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416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Energía total producida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  <a:r>
                        <a:rPr kumimoji="0" lang="es-ES" sz="1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PV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165,55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_tradnl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MWh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351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1" u="none" dirty="0">
                          <a:solidFill>
                            <a:schemeClr val="tx1"/>
                          </a:solidFill>
                          <a:latin typeface="+mn-lt"/>
                        </a:rPr>
                        <a:t>Autoconsumo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PV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68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u="none" dirty="0">
                          <a:solidFill>
                            <a:schemeClr val="tx1"/>
                          </a:solidFill>
                          <a:latin typeface="+mn-lt"/>
                        </a:rPr>
                        <a:t>Autosuficiencia energética sin balance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13,22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38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u="none" dirty="0">
                          <a:solidFill>
                            <a:schemeClr val="tx1"/>
                          </a:solidFill>
                          <a:latin typeface="+mn-lt"/>
                        </a:rPr>
                        <a:t>Autosuficiencia energética con balance neto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D,NM</a:t>
                      </a:r>
                      <a:endParaRPr kumimoji="0" lang="es-E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itchFamily="18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</a:rPr>
                        <a:t>13,22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625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Dependencia de la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b="0" u="none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  <a:r>
                        <a:rPr lang="es-ES_tradnl" sz="1200" b="0" u="none" baseline="-25000" dirty="0">
                          <a:solidFill>
                            <a:schemeClr val="tx1"/>
                          </a:solidFill>
                          <a:latin typeface="+mn-lt"/>
                        </a:rPr>
                        <a:t>G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>
                          <a:solidFill>
                            <a:schemeClr val="tx1"/>
                          </a:solidFill>
                        </a:rPr>
                        <a:t>86,78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E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%</a:t>
                      </a:r>
                      <a:endParaRPr lang="es-E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31932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FC07D66A-E14E-2E04-A475-796AA6D4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RESUMEN DE RESULTADOS ENERGÉTICOS</a:t>
            </a:r>
          </a:p>
        </p:txBody>
      </p:sp>
    </p:spTree>
    <p:extLst>
      <p:ext uri="{BB962C8B-B14F-4D97-AF65-F5344CB8AC3E}">
        <p14:creationId xmlns:p14="http://schemas.microsoft.com/office/powerpoint/2010/main" val="770187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0DC4CB3-52DC-DCB2-FEDC-487483D7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DE BARRAS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E607858-F307-9857-AAB0-82FDA37C8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5A73227-77A3-C11F-3439-7EC088DC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222" y="485522"/>
            <a:ext cx="4557136" cy="3429000"/>
          </a:xfrm>
          <a:prstGeom prst="rect">
            <a:avLst/>
          </a:prstGeom>
        </p:spPr>
      </p:pic>
      <p:pic>
        <p:nvPicPr>
          <p:cNvPr id="21" name="Marcador de posición de imagen 2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39076567-C2CD-1766-8CEB-5FE61D86717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99995" t="1" r="-386" b="-1"/>
          <a:stretch>
            <a:fillRect/>
          </a:stretch>
        </p:blipFill>
        <p:spPr>
          <a:xfrm>
            <a:off x="15" y="0"/>
            <a:ext cx="12191985" cy="4578350"/>
          </a:xfrm>
          <a:prstGeom prst="rect">
            <a:avLst/>
          </a:prstGeom>
          <a:solidFill>
            <a:prstClr val="white"/>
          </a:solidFill>
        </p:spPr>
      </p:pic>
      <p:pic>
        <p:nvPicPr>
          <p:cNvPr id="23" name="Imagen 2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35CDB6CA-67C3-CB99-8377-305F2FDF7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84622" cy="45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77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CDBDA8-3D8A-4139-3E29-22DE71D0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PERFILES DE CONSUMO Y GENERACIÓN</a:t>
            </a:r>
          </a:p>
        </p:txBody>
      </p:sp>
      <p:pic>
        <p:nvPicPr>
          <p:cNvPr id="7" name="Marcador de contenido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B06A0CA-AC75-9FF1-BB1B-54A957855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8534" y="782594"/>
            <a:ext cx="7172794" cy="539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04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sz="9600" dirty="0">
                <a:solidFill>
                  <a:srgbClr val="FFFFFF"/>
                </a:solidFill>
                <a:latin typeface="+mj-lt"/>
              </a:rPr>
              <a:t>Gracias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buNone/>
            </a:pPr>
            <a:r>
              <a:rPr lang="es-ES" sz="2400" cap="all" spc="200" dirty="0">
                <a:solidFill>
                  <a:srgbClr val="FFFFFF"/>
                </a:solidFill>
              </a:rPr>
              <a:t>¿Alguna pregunta?</a:t>
            </a: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167616_TF33476885.potx" id="{708EA76C-9E4E-427F-92B4-885A41DA5F95}" vid="{FA8C29E4-7913-4A71-888E-42326687ED1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clásica de todo el personal de la compañía</Template>
  <TotalTime>1309</TotalTime>
  <Words>1240</Words>
  <Application>Microsoft Office PowerPoint</Application>
  <PresentationFormat>Panorámica</PresentationFormat>
  <Paragraphs>340</Paragraphs>
  <Slides>26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Mathcad UniMath</vt:lpstr>
      <vt:lpstr>Wingdings</vt:lpstr>
      <vt:lpstr>RetrospectVTI</vt:lpstr>
      <vt:lpstr>Acrobat Document</vt:lpstr>
      <vt:lpstr>AUTOCONSUMO FOTOVOLTAICO PARA SISTEMA HVAC DE UN CPD</vt:lpstr>
      <vt:lpstr>PLANO DE SITUACIÓN</vt:lpstr>
      <vt:lpstr>NORMATIVA APLICABLE</vt:lpstr>
      <vt:lpstr>RADIACIÓN SOLAR Y CLIMA</vt:lpstr>
      <vt:lpstr>RADIACIÓN SOLAR Y CLIMA</vt:lpstr>
      <vt:lpstr>DATOS DE LA SUPERFICIE</vt:lpstr>
      <vt:lpstr>POTENCIA DEL CAMPO FOTOVOLTAICO</vt:lpstr>
      <vt:lpstr>CONSUMO DEL EDIFICIO</vt:lpstr>
      <vt:lpstr>SELECCIÓN DEL MÓDULO</vt:lpstr>
      <vt:lpstr>REC ALPHA PURE-RX</vt:lpstr>
      <vt:lpstr>SELECCIÓN DEL INVERSOR</vt:lpstr>
      <vt:lpstr>HUAWEI SUN2000-100TKL-M2</vt:lpstr>
      <vt:lpstr>ASOCIACIÓN DE MÓDULOS</vt:lpstr>
      <vt:lpstr>AJUSTE DEL INVERSOR</vt:lpstr>
      <vt:lpstr>CARACTERÍSTICAS DEL  SISTEMA FV</vt:lpstr>
      <vt:lpstr>PUNTO DE CONEXIÓN</vt:lpstr>
      <vt:lpstr>RENUSOL FS Pro 10-S IFP</vt:lpstr>
      <vt:lpstr>CÁLCULO DE PÉRDIDAS</vt:lpstr>
      <vt:lpstr>PERFIL DEL HORIZONTE</vt:lpstr>
      <vt:lpstr>SITUACIÓN 3D EDIFICIO SISTEMA FV</vt:lpstr>
      <vt:lpstr>DIAGRAMA DE SANKEY</vt:lpstr>
      <vt:lpstr>CÁLCULO ENERGÉTICO</vt:lpstr>
      <vt:lpstr>RESUMEN DE RESULTADOS ENERGÉTICOS</vt:lpstr>
      <vt:lpstr>DIAGRAMA DE BARRAS</vt:lpstr>
      <vt:lpstr>PERFILES DE CONSUMO Y GENERACIÓN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CARRION SIRVENT</dc:creator>
  <cp:lastModifiedBy>MARIO CARRION SIRVENT</cp:lastModifiedBy>
  <cp:revision>5</cp:revision>
  <dcterms:created xsi:type="dcterms:W3CDTF">2026-01-06T13:08:53Z</dcterms:created>
  <dcterms:modified xsi:type="dcterms:W3CDTF">2026-01-09T19:13:32Z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