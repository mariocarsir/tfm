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192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062116-20C7-4BE0-80D4-D766E62108D8}" type="datetimeFigureOut">
              <a:rPr lang="es-ES"/>
              <a:pPr/>
              <a:t>16/06/2025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B13A2F-9342-4CD9-BAA3-107603CA3DA1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79D5B9A-5C82-402D-AEF0-FA3B5C297CA0}" type="datetimeFigureOut">
              <a:rPr lang="es-ES"/>
              <a:pPr/>
              <a:t>16/06/2025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90B667-370E-441A-9D79-6A4B90DABCA6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0337026-F03C-490C-9A0F-EE5CC0067F52}" type="datetimeFigureOut">
              <a:rPr lang="es-ES"/>
              <a:pPr/>
              <a:t>16/06/2025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3BFC38-3843-4BC0-BF8D-F5E4162ED46F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D81E3B-362E-4953-A513-9BFB4A56A3BC}" type="datetimeFigureOut">
              <a:rPr lang="es-ES"/>
              <a:pPr/>
              <a:t>16/06/2025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3F7484-B7F0-4484-B475-68FDEC073909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3306A1-E9C5-48B1-A94C-BAA92C381E37}" type="datetimeFigureOut">
              <a:rPr lang="es-ES"/>
              <a:pPr/>
              <a:t>16/06/2025</a:t>
            </a:fld>
            <a:endParaRPr lang="es-ES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603305-E1FF-44B2-BEB5-2578EDC3ADEC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8AEAFBC-BB73-41BC-8320-52450BE19761}" type="datetimeFigureOut">
              <a:rPr lang="es-ES"/>
              <a:pPr/>
              <a:t>16/06/2025</a:t>
            </a:fld>
            <a:endParaRPr lang="es-ES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4CC43A-962F-42F7-B523-724A99512539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914F7A-021F-4233-93B4-C42270FC4E31}" type="datetimeFigureOut">
              <a:rPr lang="es-ES"/>
              <a:pPr/>
              <a:t>16/06/2025</a:t>
            </a:fld>
            <a:endParaRPr lang="es-ES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571D7-2ACA-4329-9F6E-CBA4300E3A8E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ECF0909-26E2-4B67-A5B5-3C5E8FEE48BA}" type="datetimeFigureOut">
              <a:rPr lang="es-ES"/>
              <a:pPr/>
              <a:t>16/06/2025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FC2D9D-D033-4817-BC88-CFCF40E5D5CA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E5BF1C2-90AC-4652-B9AC-0D1757D9B5A3}" type="datetimeFigureOut">
              <a:rPr lang="es-ES"/>
              <a:pPr/>
              <a:t>16/06/2025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3F3CF-9543-43D0-A4CC-CD702F753CF6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F939176-0BE3-49B2-B3F3-3F37B4EE05E8}" type="datetimeFigureOut">
              <a:rPr lang="es-ES"/>
              <a:pPr/>
              <a:t>16/06/2025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CE9E70-E8E7-4C10-A2B0-D0826319A9BB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945D9D-E5AB-48A9-9CDE-A7CDA3D3684B}" type="datetimeFigureOut">
              <a:rPr lang="es-ES"/>
              <a:pPr/>
              <a:t>16/06/2025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5E82EB-AF32-4CC1-BC1A-C243425D599A}" type="slidenum">
              <a:rPr lang="es-ES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19077786-43FF-4211-9092-E8D2C8DBBE3A}" type="datetimeFigureOut">
              <a:rPr lang="es-ES"/>
              <a:pPr/>
              <a:t>16/06/2025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3E94AAC-5C36-4258-B57F-FD3B88C9F85C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58" y="-6350"/>
            <a:ext cx="9124871" cy="687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4427859" y="3429000"/>
            <a:ext cx="4392613" cy="3240088"/>
          </a:xfrm>
          <a:prstGeom prst="rect">
            <a:avLst/>
          </a:prstGeom>
          <a:solidFill>
            <a:schemeClr val="bg1">
              <a:alpha val="56078"/>
            </a:schemeClr>
          </a:solidFill>
          <a:ln w="28575">
            <a:solidFill>
              <a:schemeClr val="bg1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es-ES">
              <a:latin typeface="Calibri" pitchFamily="34" charset="0"/>
            </a:endParaRPr>
          </a:p>
        </p:txBody>
      </p:sp>
      <p:sp>
        <p:nvSpPr>
          <p:cNvPr id="7" name="CuadroTexto 1"/>
          <p:cNvSpPr txBox="1"/>
          <p:nvPr/>
        </p:nvSpPr>
        <p:spPr>
          <a:xfrm>
            <a:off x="4355976" y="2960023"/>
            <a:ext cx="18726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s-E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ova Cond" panose="020B0506020202020204" pitchFamily="34" charset="0"/>
              </a:rPr>
              <a:t>XIX Edición 2024-25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500435" y="3706704"/>
            <a:ext cx="244252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s-ES_tradnl" sz="2000" b="1" u="sng" dirty="0">
                <a:solidFill>
                  <a:srgbClr val="0070C0"/>
                </a:solidFill>
                <a:latin typeface="Calibri" pitchFamily="34" charset="0"/>
              </a:rPr>
              <a:t>Trabajo fin de máster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4622920" y="4126688"/>
            <a:ext cx="405353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rgbClr val="0070C0"/>
                </a:solidFill>
                <a:latin typeface="Calibri" pitchFamily="34" charset="0"/>
              </a:rPr>
              <a:t>Título:</a:t>
            </a:r>
          </a:p>
          <a:p>
            <a:pPr algn="just"/>
            <a:r>
              <a:rPr lang="es-ES" sz="2400" b="1" dirty="0">
                <a:solidFill>
                  <a:srgbClr val="0070C0"/>
                </a:solidFill>
                <a:latin typeface="Calibri" pitchFamily="34" charset="0"/>
              </a:rPr>
              <a:t> </a:t>
            </a:r>
            <a:r>
              <a:rPr lang="es-ES" sz="2400" b="1" dirty="0" err="1">
                <a:solidFill>
                  <a:srgbClr val="0070C0"/>
                </a:solidFill>
                <a:latin typeface="Calibri" pitchFamily="34" charset="0"/>
              </a:rPr>
              <a:t>Xxxxxxxxxxx</a:t>
            </a:r>
            <a:endParaRPr lang="es-ES" sz="2400" b="1" dirty="0">
              <a:solidFill>
                <a:srgbClr val="0070C0"/>
              </a:solidFill>
              <a:latin typeface="Calibri" pitchFamily="34" charset="0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622920" y="5808558"/>
            <a:ext cx="4053536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s-ES" sz="1400" b="1" i="1" dirty="0">
                <a:solidFill>
                  <a:srgbClr val="0070C0"/>
                </a:solidFill>
                <a:latin typeface="Calibri" pitchFamily="34" charset="0"/>
              </a:rPr>
              <a:t>Autor: </a:t>
            </a:r>
            <a:r>
              <a:rPr lang="es-ES" sz="1400" b="1" i="1" dirty="0" err="1">
                <a:solidFill>
                  <a:srgbClr val="0070C0"/>
                </a:solidFill>
                <a:latin typeface="Calibri" pitchFamily="34" charset="0"/>
              </a:rPr>
              <a:t>Xxxxxxxxxx</a:t>
            </a:r>
            <a:endParaRPr lang="es-ES" sz="1400" b="1" i="1" dirty="0">
              <a:solidFill>
                <a:srgbClr val="0070C0"/>
              </a:solidFill>
              <a:latin typeface="Calibri" pitchFamily="34" charset="0"/>
            </a:endParaRPr>
          </a:p>
          <a:p>
            <a:pPr algn="r"/>
            <a:r>
              <a:rPr lang="es-ES" sz="1400" b="1" i="1" dirty="0">
                <a:solidFill>
                  <a:srgbClr val="0070C0"/>
                </a:solidFill>
                <a:latin typeface="Calibri" pitchFamily="34" charset="0"/>
              </a:rPr>
              <a:t>Tutor: </a:t>
            </a:r>
            <a:r>
              <a:rPr lang="es-ES" sz="1400" b="1" i="1" dirty="0" err="1">
                <a:solidFill>
                  <a:srgbClr val="0070C0"/>
                </a:solidFill>
                <a:latin typeface="Calibri" pitchFamily="34" charset="0"/>
              </a:rPr>
              <a:t>Xxxxxxxxxx</a:t>
            </a:r>
            <a:endParaRPr lang="es-ES" sz="1400" b="1" i="1" dirty="0">
              <a:solidFill>
                <a:srgbClr val="0070C0"/>
              </a:solidFill>
              <a:latin typeface="Calibri" pitchFamily="34" charset="0"/>
            </a:endParaRPr>
          </a:p>
          <a:p>
            <a:pPr algn="ctr"/>
            <a:r>
              <a:rPr lang="es-ES" sz="1400" b="1" i="1" dirty="0">
                <a:solidFill>
                  <a:srgbClr val="0070C0"/>
                </a:solidFill>
                <a:latin typeface="Calibri" pitchFamily="34" charset="0"/>
              </a:rPr>
              <a:t>Fecha: XX-XX-XXX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20</Words>
  <Application>Microsoft Office PowerPoint</Application>
  <PresentationFormat>Presentación en pantalla (4:3)</PresentationFormat>
  <Paragraphs>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Arial Nova Cond</vt:lpstr>
      <vt:lpstr>Calibri</vt:lpstr>
      <vt:lpstr>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upm</dc:creator>
  <cp:lastModifiedBy>Luis Miguel</cp:lastModifiedBy>
  <cp:revision>23</cp:revision>
  <dcterms:created xsi:type="dcterms:W3CDTF">2015-10-02T10:25:48Z</dcterms:created>
  <dcterms:modified xsi:type="dcterms:W3CDTF">2025-06-16T12:19:12Z</dcterms:modified>
</cp:coreProperties>
</file>